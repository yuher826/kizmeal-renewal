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2" r:id="rId2"/>
    <p:sldId id="273" r:id="rId3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26" y="253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5844540" y="409742"/>
            <a:ext cx="1433537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altLang="ko-KR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Yonder International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2657</TotalTime>
  <Words>1885</Words>
  <Application>Microsoft Office PowerPoint</Application>
  <PresentationFormat>사용자 지정</PresentationFormat>
  <Paragraphs>574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199</cp:revision>
  <cp:lastPrinted>2026-03-10T05:09:50Z</cp:lastPrinted>
  <dcterms:modified xsi:type="dcterms:W3CDTF">2026-05-22T05:47:29Z</dcterms:modified>
</cp:coreProperties>
</file>