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469" y="213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896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3418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5824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340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941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169</cp:revision>
  <cp:lastPrinted>2026-03-10T05:09:50Z</cp:lastPrinted>
  <dcterms:modified xsi:type="dcterms:W3CDTF">2026-05-22T06:02:39Z</dcterms:modified>
</cp:coreProperties>
</file>