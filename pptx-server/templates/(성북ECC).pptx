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75" d="100"/>
          <a:sy n="75" d="100"/>
        </p:scale>
        <p:origin x="-2419" y="7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207Kcal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en-US" altLang="ko-KR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794</Words>
  <Application>Microsoft Office PowerPoint</Application>
  <PresentationFormat>사용자 지정</PresentationFormat>
  <Paragraphs>228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175</cp:revision>
  <cp:lastPrinted>2026-03-10T05:09:50Z</cp:lastPrinted>
  <dcterms:modified xsi:type="dcterms:W3CDTF">2026-05-22T06:07:58Z</dcterms:modified>
</cp:coreProperties>
</file>