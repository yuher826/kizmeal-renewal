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73" r:id="rId2"/>
    <p:sldId id="274" r:id="rId3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50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1824" y="199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ECC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471275092"/>
              </p:ext>
            </p:extLst>
          </p:nvPr>
        </p:nvGraphicFramePr>
        <p:xfrm>
          <a:off x="194988" y="1156203"/>
          <a:ext cx="7166525" cy="889021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90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207Kcal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en-US" altLang="ko-KR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경주빵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황치즈쿠키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74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2304" y="1011622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영양사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5" name="그림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30502"/>
            <a:ext cx="643770" cy="807807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3997875" y="840351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3445111" y="932381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217545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630121" y="1172160"/>
            <a:ext cx="5684917" cy="7375814"/>
            <a:chOff x="630121" y="1172160"/>
            <a:chExt cx="5684917" cy="7375814"/>
          </a:xfrm>
        </p:grpSpPr>
        <p:grpSp>
          <p:nvGrpSpPr>
            <p:cNvPr id="229" name="그룹 228"/>
            <p:cNvGrpSpPr/>
            <p:nvPr/>
          </p:nvGrpSpPr>
          <p:grpSpPr>
            <a:xfrm>
              <a:off x="630121" y="1172160"/>
              <a:ext cx="5684917" cy="7375814"/>
              <a:chOff x="630121" y="1172160"/>
              <a:chExt cx="5684917" cy="7375814"/>
            </a:xfrm>
          </p:grpSpPr>
          <p:sp>
            <p:nvSpPr>
              <p:cNvPr id="230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31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32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88358"/>
                <a:chOff x="618003" y="1156662"/>
                <a:chExt cx="5677110" cy="5588358"/>
              </a:xfrm>
            </p:grpSpPr>
            <p:sp>
              <p:nvSpPr>
                <p:cNvPr id="233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4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5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6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7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8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9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0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1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2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3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4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5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6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7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8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9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5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4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ECC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2103193087"/>
              </p:ext>
            </p:extLst>
          </p:nvPr>
        </p:nvGraphicFramePr>
        <p:xfrm>
          <a:off x="194988" y="1156203"/>
          <a:ext cx="7166525" cy="9000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lang="en-US" sz="900" b="1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옥수수빵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①②⑤⑥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140Kcal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감자샐러드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샤인머스캣주스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140Kcal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endParaRPr lang="ko-KR" altLang="en-US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9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저녁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우리밀웨하스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리얼망고주스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220Kcal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듀얼잼파이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245Kcal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슈크림도넛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국산콩두유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④⑤⑭⑲</a:t>
                      </a:r>
                      <a:b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164Kcal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lang="en-US" sz="900" b="1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치즈스틱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102Kcal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고구마바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인절미꽈배기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183Kcal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단호박튀김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스트링치즈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저녁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따바오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국산콩두유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④⑤⑭⑲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190Kcal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우리밀계란과자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불고기브레드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①②⑤⑥⑩⑫⑬⑯⑱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295Kcal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두부과자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유기농바나나우유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201Kcal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lang="en-US" sz="900" b="1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호두과자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①②⑤⑥⑭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찐감자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한라봉주스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우리밀웨하스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저녁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샐러드빵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리얼사과주스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우리밀크리스피롤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②③⑤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떠먹는요거트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우리밀치즈빵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유기농푸룬주스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188Kcal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딸기잼스콘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국산콩두유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④⑤⑭⑲</a:t>
                      </a:r>
                      <a:b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225Kcal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버터크로아상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lang="en-US" sz="900" b="1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유기농푸룬주스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흑미증편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피쉬어묵바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국산콩두유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하트파이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110Kcal</a:t>
                      </a:r>
                      <a:endParaRPr lang="ko-KR" altLang="en-US"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저녁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웨지감자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b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165Kcal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우리밀붕어빵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트로피컬주스</a:t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182Kcal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오트밀다이제쿠키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①②⑥⑭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딸기주스</a:t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코코넛쉬림프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⑥⑨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유기농보리차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150Kcal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메밀전병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③⑤⑥⑩⑯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유기농과채주스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225Kcal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lang="en-US" sz="900" b="1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우리밀크리스피롤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dirty="0" smtClean="0">
                          <a:solidFill>
                            <a:srgbClr val="FF33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③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라구크로켓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②⑤⑥⑫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100Kcal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저녁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크림롤케이크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국산콩두유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④⑤⑭⑲</a:t>
                      </a:r>
                      <a:b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에그샌드위치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리얼블루베리주스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190Kcal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5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6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9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0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1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2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3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202760"/>
            <a:ext cx="7146829" cy="323165"/>
            <a:chOff x="194988" y="98245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8245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8626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4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59814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57115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111" y="949145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92" y="1158240"/>
            <a:ext cx="1335864" cy="17799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35" name="그룹 25"/>
          <p:cNvGrpSpPr/>
          <p:nvPr/>
        </p:nvGrpSpPr>
        <p:grpSpPr>
          <a:xfrm>
            <a:off x="630121" y="1172160"/>
            <a:ext cx="5684917" cy="7467254"/>
            <a:chOff x="630121" y="1172160"/>
            <a:chExt cx="5684917" cy="7467254"/>
          </a:xfrm>
        </p:grpSpPr>
        <p:grpSp>
          <p:nvGrpSpPr>
            <p:cNvPr id="36" name="그룹 1"/>
            <p:cNvGrpSpPr/>
            <p:nvPr/>
          </p:nvGrpSpPr>
          <p:grpSpPr>
            <a:xfrm>
              <a:off x="630121" y="1172160"/>
              <a:ext cx="5684917" cy="7467254"/>
              <a:chOff x="630121" y="1172160"/>
              <a:chExt cx="5684917" cy="7467254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8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109" y="1172160"/>
                <a:ext cx="5677929" cy="5656938"/>
                <a:chOff x="617184" y="1156662"/>
                <a:chExt cx="5677929" cy="5656938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607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7184" y="658285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67998" y="658285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6994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299224" y="657835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0038" y="65783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02742" y="657596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83424" y="29739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35364" y="29817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830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27744" y="477903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</TotalTime>
  <Words>1281</Words>
  <Application>Microsoft Office PowerPoint</Application>
  <PresentationFormat>사용자 지정</PresentationFormat>
  <Paragraphs>338</Paragraphs>
  <Slides>2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슬라이드 1</vt:lpstr>
      <vt:lpstr>슬라이드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180</cp:revision>
  <cp:lastPrinted>2026-03-10T05:09:50Z</cp:lastPrinted>
  <dcterms:modified xsi:type="dcterms:W3CDTF">2026-05-22T06:12:25Z</dcterms:modified>
</cp:coreProperties>
</file>