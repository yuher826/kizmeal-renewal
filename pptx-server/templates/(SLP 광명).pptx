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274" y="2246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광명</a:t>
            </a:r>
            <a:r>
              <a:rPr lang="en-US" altLang="ko-KR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SLP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103193087"/>
              </p:ext>
            </p:extLst>
          </p:nvPr>
        </p:nvGraphicFramePr>
        <p:xfrm>
          <a:off x="194988" y="1156203"/>
          <a:ext cx="7166525" cy="905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0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EVENT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0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DAY</a:t>
                      </a:r>
                      <a:endParaRPr sz="100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256100"/>
            <a:ext cx="7146829" cy="323165"/>
            <a:chOff x="194988" y="987792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7792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18872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7216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2602</TotalTime>
  <Words>913</Words>
  <Application>Microsoft Office PowerPoint</Application>
  <PresentationFormat>사용자 지정</PresentationFormat>
  <Paragraphs>278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201</cp:revision>
  <cp:lastPrinted>2026-03-10T05:09:50Z</cp:lastPrinted>
  <dcterms:modified xsi:type="dcterms:W3CDTF">2026-05-22T05:20:58Z</dcterms:modified>
</cp:coreProperties>
</file>