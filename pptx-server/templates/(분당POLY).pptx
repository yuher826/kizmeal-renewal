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874" y="312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생일간식</a:t>
                      </a:r>
                      <a:r>
                        <a:rPr lang="en-US" altLang="ko-KR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 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405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213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944</Words>
  <Application>Microsoft Office PowerPoint</Application>
  <PresentationFormat>사용자 지정</PresentationFormat>
  <Paragraphs>285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2026-05-22T06:03:10Z</dcterms:modified>
</cp:coreProperties>
</file>