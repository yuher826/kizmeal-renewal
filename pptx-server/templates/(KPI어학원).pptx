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3" r:id="rId2"/>
    <p:sldId id="274" r:id="rId3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469" y="174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KPI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1050" b="0" i="0" u="none" strike="noStrike" cap="none" dirty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14854"/>
            <a:chOff x="630121" y="1172160"/>
            <a:chExt cx="5684917" cy="731485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14854"/>
              <a:chOff x="630121" y="1172160"/>
              <a:chExt cx="5684917" cy="731485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2562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2562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35018"/>
                <a:chOff x="618003" y="1156662"/>
                <a:chExt cx="5677110" cy="553501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203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226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203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46093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46093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69900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013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9900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45643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45643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45404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358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360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1449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35364" y="471045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KPI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819704253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cap="none" dirty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9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우리밀웨하스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황치즈쿠키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우리밀크리스피롤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②③⑤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091712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4" name="그림 1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22882"/>
            <a:ext cx="643770" cy="807807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3997875" y="839589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3445111" y="931619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25239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90801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02" name="그룹 20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03" name="그룹 202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08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09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10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11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2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3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4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5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6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7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8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9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0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1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2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3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4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5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6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7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04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5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6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7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2606</TotalTime>
  <Words>1190</Words>
  <Application>Microsoft Office PowerPoint</Application>
  <PresentationFormat>사용자 지정</PresentationFormat>
  <Paragraphs>321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201</cp:revision>
  <cp:lastPrinted>2026-03-10T05:09:50Z</cp:lastPrinted>
  <dcterms:modified xsi:type="dcterms:W3CDTF">2026-05-22T07:07:49Z</dcterms:modified>
</cp:coreProperties>
</file>