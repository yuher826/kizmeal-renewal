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00" d="100"/>
          <a:sy n="100" d="100"/>
        </p:scale>
        <p:origin x="-274" y="3394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잉글리쉬파크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2103193087"/>
              </p:ext>
            </p:extLst>
          </p:nvPr>
        </p:nvGraphicFramePr>
        <p:xfrm>
          <a:off x="194988" y="1156203"/>
          <a:ext cx="7166525" cy="9054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초코브라우니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현미강정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황치즈쿠키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70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endParaRPr lang="en-US" altLang="ko-KR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후식과일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256100"/>
            <a:ext cx="7146829" cy="323165"/>
            <a:chOff x="194988" y="987792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7792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18872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7216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</TotalTime>
  <Words>921</Words>
  <Application>Microsoft Office PowerPoint</Application>
  <PresentationFormat>사용자 지정</PresentationFormat>
  <Paragraphs>286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207</cp:revision>
  <cp:lastPrinted>2026-03-10T05:09:50Z</cp:lastPrinted>
  <dcterms:modified xsi:type="dcterms:W3CDTF">2026-05-22T05:16:17Z</dcterms:modified>
</cp:coreProperties>
</file>