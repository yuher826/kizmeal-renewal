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274" y="2750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평촌라이즈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2103193087"/>
              </p:ext>
            </p:extLst>
          </p:nvPr>
        </p:nvGraphicFramePr>
        <p:xfrm>
          <a:off x="194988" y="1156203"/>
          <a:ext cx="7166525" cy="9054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학부모</a:t>
                      </a:r>
                      <a:r>
                        <a:rPr lang="ko-KR" altLang="en-US" sz="850" b="1" i="0" u="none" strike="noStrike" cap="none" baseline="0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상담일</a:t>
                      </a:r>
                      <a:endParaRPr sz="850" b="1" i="0" u="none" strike="noStrike" cap="none" dirty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7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2304" y="10256100"/>
            <a:ext cx="7146829" cy="323165"/>
            <a:chOff x="194988" y="987792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87792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18872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72160"/>
            <a:ext cx="5684917" cy="7467254"/>
            <a:chOff x="630121" y="1172160"/>
            <a:chExt cx="5684917" cy="746725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2602</TotalTime>
  <Words>913</Words>
  <Application>Microsoft Office PowerPoint</Application>
  <PresentationFormat>사용자 지정</PresentationFormat>
  <Paragraphs>278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202</cp:revision>
  <cp:lastPrinted>2026-03-10T05:09:50Z</cp:lastPrinted>
  <dcterms:modified xsi:type="dcterms:W3CDTF">2026-05-22T05:43:26Z</dcterms:modified>
</cp:coreProperties>
</file>