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874" y="369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004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초코브라우니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우리밀웨이퍼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초코브라우니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7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떡갈비주먹밥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야채고로케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종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우리밀웨하스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우리밀크리스피롤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dirty="0" smtClean="0">
                          <a:solidFill>
                            <a:srgbClr val="FF33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③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21085"/>
            <a:ext cx="7146829" cy="323165"/>
            <a:chOff x="194988" y="98544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44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grpSp>
        <p:nvGrpSpPr>
          <p:cNvPr id="26" name="그룹 25"/>
          <p:cNvGrpSpPr/>
          <p:nvPr/>
        </p:nvGrpSpPr>
        <p:grpSpPr>
          <a:xfrm>
            <a:off x="630121" y="1137435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68" name="그림 16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158240"/>
            <a:ext cx="1335864" cy="1779918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947</Words>
  <Application>Microsoft Office PowerPoint</Application>
  <PresentationFormat>사용자 지정</PresentationFormat>
  <Paragraphs>285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184</cp:revision>
  <cp:lastPrinted>2026-03-10T05:09:50Z</cp:lastPrinted>
  <dcterms:modified xsi:type="dcterms:W3CDTF">2026-05-22T06:45:43Z</dcterms:modified>
</cp:coreProperties>
</file>