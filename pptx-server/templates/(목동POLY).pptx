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274" r:id="rId2"/>
    <p:sldId id="275" r:id="rId3"/>
    <p:sldId id="276" r:id="rId4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50" autoAdjust="0"/>
    <p:restoredTop sz="93508" autoAdjust="0"/>
  </p:normalViewPr>
  <p:slideViewPr>
    <p:cSldViewPr snapToGrid="0">
      <p:cViewPr>
        <p:scale>
          <a:sx n="125" d="100"/>
          <a:sy n="125" d="100"/>
        </p:scale>
        <p:origin x="-1229" y="209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192891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71275092"/>
              </p:ext>
            </p:extLst>
          </p:nvPr>
        </p:nvGraphicFramePr>
        <p:xfrm>
          <a:off x="194988" y="1156203"/>
          <a:ext cx="7166525" cy="8890213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9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90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9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9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레몬에이드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125Kcal</a:t>
                      </a:r>
                      <a:endParaRPr lang="ko-KR" altLang="en-US" sz="8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endParaRPr lang="ko-KR" altLang="en-US" sz="10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80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&lt;</a:t>
                      </a:r>
                      <a:r>
                        <a:rPr lang="ko-KR" altLang="en-US" sz="80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생일간식</a:t>
                      </a:r>
                      <a:r>
                        <a:rPr lang="en-US" altLang="ko-KR" sz="800" b="1" dirty="0" smtClean="0">
                          <a:solidFill>
                            <a:srgbClr val="92D05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&gt; 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롤케익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  <a:r>
                        <a:rPr lang="ko-KR" altLang="en-US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110Kcal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252093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9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9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9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9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9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과일꼬지</a:t>
                      </a:r>
                      <a:endParaRPr lang="ko-KR" altLang="en-US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900" b="1" i="0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간식</a:t>
                      </a:r>
                      <a:endParaRPr lang="ko-KR" altLang="en-US" sz="900"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3741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grpSp>
        <p:nvGrpSpPr>
          <p:cNvPr id="2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3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4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5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0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2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26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2304" y="10116222"/>
            <a:ext cx="7146829" cy="323165"/>
            <a:chOff x="194988" y="9853671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853671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영양사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7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25" name="그림 2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430502"/>
            <a:ext cx="643770" cy="807807"/>
          </a:xfrm>
          <a:prstGeom prst="rect">
            <a:avLst/>
          </a:prstGeom>
        </p:spPr>
      </p:pic>
      <p:sp>
        <p:nvSpPr>
          <p:cNvPr id="226" name="TextBox 225"/>
          <p:cNvSpPr txBox="1"/>
          <p:nvPr/>
        </p:nvSpPr>
        <p:spPr>
          <a:xfrm>
            <a:off x="3997875" y="840351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7" name="TextBox 226"/>
          <p:cNvSpPr txBox="1"/>
          <p:nvPr/>
        </p:nvSpPr>
        <p:spPr>
          <a:xfrm>
            <a:off x="3445111" y="932381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28" name="TextBox 227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169" name="그림 16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592" y="1217545"/>
            <a:ext cx="1335864" cy="1709698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8" name="그룹 1"/>
          <p:cNvGrpSpPr/>
          <p:nvPr/>
        </p:nvGrpSpPr>
        <p:grpSpPr>
          <a:xfrm>
            <a:off x="630121" y="1172160"/>
            <a:ext cx="5684917" cy="7375814"/>
            <a:chOff x="630121" y="1172160"/>
            <a:chExt cx="5684917" cy="7375814"/>
          </a:xfrm>
        </p:grpSpPr>
        <p:grpSp>
          <p:nvGrpSpPr>
            <p:cNvPr id="29" name="그룹 228"/>
            <p:cNvGrpSpPr/>
            <p:nvPr/>
          </p:nvGrpSpPr>
          <p:grpSpPr>
            <a:xfrm>
              <a:off x="630121" y="1172160"/>
              <a:ext cx="5684917" cy="7375814"/>
              <a:chOff x="630121" y="1172160"/>
              <a:chExt cx="5684917" cy="7375814"/>
            </a:xfrm>
          </p:grpSpPr>
          <p:sp>
            <p:nvSpPr>
              <p:cNvPr id="230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231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31723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0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928" y="1172160"/>
                <a:ext cx="5677110" cy="5588358"/>
                <a:chOff x="618003" y="1156662"/>
                <a:chExt cx="5677110" cy="5588358"/>
              </a:xfrm>
            </p:grpSpPr>
            <p:sp>
              <p:nvSpPr>
                <p:cNvPr id="233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4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5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6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7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8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39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0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455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1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4318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2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24804" y="65142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3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75618" y="651427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4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5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2422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6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2186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7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6844" y="650977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8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7658" y="650977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249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10362" y="650738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25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295868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296651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3735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54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3331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="" xmlns:p14="http://schemas.microsoft.com/office/powerpoint/2010/main" val="1400966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50" name="Picture 2" descr="C:\Users\user\Desktop\이유라매니저\건강정보지&amp;어린이건강정보지\NADAY 디자인\2026년 건강정보지\6월_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5305"/>
            <a:ext cx="7556500" cy="1068600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074" name="Picture 2" descr="C:\Users\user\Desktop\이유라매니저\건강정보지&amp;어린이건강정보지\NADAY 디자인\2026년 건강정보지\6월_어린이건강정보지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5306"/>
            <a:ext cx="7556500" cy="1068600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1581</TotalTime>
  <Words>797</Words>
  <Application>Microsoft Office PowerPoint</Application>
  <PresentationFormat>사용자 지정</PresentationFormat>
  <Paragraphs>233</Paragraphs>
  <Slides>3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4" baseType="lpstr">
      <vt:lpstr>Office 테마</vt:lpstr>
      <vt:lpstr>슬라이드 1</vt:lpstr>
      <vt:lpstr>슬라이드 2</vt:lpstr>
      <vt:lpstr>슬라이드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217</cp:revision>
  <cp:lastPrinted>2026-03-10T05:09:50Z</cp:lastPrinted>
  <dcterms:modified xsi:type="dcterms:W3CDTF">2026-05-26T01:32:48Z</dcterms:modified>
</cp:coreProperties>
</file>