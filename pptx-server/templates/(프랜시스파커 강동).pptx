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74" y="282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프랜시스파커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1050" b="0" i="0" u="none" strike="noStrike" cap="none" dirty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14854"/>
            <a:chOff x="630121" y="1172160"/>
            <a:chExt cx="5684917" cy="731485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14854"/>
              <a:chOff x="630121" y="1172160"/>
              <a:chExt cx="5684917" cy="731485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2562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2562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35018"/>
                <a:chOff x="618003" y="1156662"/>
                <a:chExt cx="5677110" cy="553501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203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226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203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46093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46093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69900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013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9900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45643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45643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45404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358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35364" y="29360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1449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35364" y="471045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2602</TotalTime>
  <Words>799</Words>
  <Application>Microsoft Office PowerPoint</Application>
  <PresentationFormat>사용자 지정</PresentationFormat>
  <Paragraphs>233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198</cp:revision>
  <cp:lastPrinted>2026-03-10T05:09:50Z</cp:lastPrinted>
  <dcterms:modified xsi:type="dcterms:W3CDTF">2026-05-22T04:26:56Z</dcterms:modified>
</cp:coreProperties>
</file>