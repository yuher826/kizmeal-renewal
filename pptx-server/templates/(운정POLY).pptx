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874" y="312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89020"/>
            <a:ext cx="7146829" cy="330756"/>
            <a:chOff x="194988" y="9810849"/>
            <a:chExt cx="7146829" cy="330756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1084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4218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942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169</cp:revision>
  <cp:lastPrinted>2026-03-10T05:09:50Z</cp:lastPrinted>
  <dcterms:modified xsi:type="dcterms:W3CDTF">2026-05-22T06:03:35Z</dcterms:modified>
</cp:coreProperties>
</file>