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1824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&lt;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도시락</a:t>
                      </a:r>
                      <a:r>
                        <a:rPr lang="en-US" altLang="ko-KR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소고기유부초밥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①②⑤⑥⑩⑮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새우볼튀김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종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우리밀웨이퍼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lang="ko-KR" altLang="en-US" sz="800" b="0" i="0" u="none" strike="noStrike" cap="none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미니유부우동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8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돈육완자전</a:t>
                      </a:r>
                      <a:r>
                        <a:rPr lang="ko-KR" altLang="en-US" sz="88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8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8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8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8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630121" y="1165856"/>
            <a:ext cx="5684917" cy="7347393"/>
            <a:chOff x="630121" y="1165856"/>
            <a:chExt cx="5684917" cy="7347393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65856"/>
              <a:ext cx="5684917" cy="7347393"/>
              <a:chOff x="630121" y="1165856"/>
              <a:chExt cx="5684917" cy="7347393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282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282507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65856"/>
                <a:ext cx="5677110" cy="5559937"/>
                <a:chOff x="618003" y="1150358"/>
                <a:chExt cx="5677110" cy="5559937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03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4795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4795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871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68949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871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4750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47504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4726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026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69858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819</Words>
  <Application>Microsoft Office PowerPoint</Application>
  <PresentationFormat>사용자 지정</PresentationFormat>
  <Paragraphs>238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180</cp:revision>
  <cp:lastPrinted>2026-03-10T05:09:50Z</cp:lastPrinted>
  <dcterms:modified xsi:type="dcterms:W3CDTF">2026-05-22T07:31:54Z</dcterms:modified>
</cp:coreProperties>
</file>