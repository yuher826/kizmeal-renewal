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354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메이플베어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2654</TotalTime>
  <Words>942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199</cp:revision>
  <cp:lastPrinted>2026-03-10T05:09:50Z</cp:lastPrinted>
  <dcterms:modified xsi:type="dcterms:W3CDTF">2026-05-22T05:45:42Z</dcterms:modified>
</cp:coreProperties>
</file>