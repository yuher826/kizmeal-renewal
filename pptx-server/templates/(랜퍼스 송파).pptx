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3508" autoAdjust="0"/>
  </p:normalViewPr>
  <p:slideViewPr>
    <p:cSldViewPr snapToGrid="0">
      <p:cViewPr>
        <p:scale>
          <a:sx n="100" d="100"/>
          <a:sy n="100" d="100"/>
        </p:scale>
        <p:origin x="-1469" y="374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u="none" strike="noStrike" cap="none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송파랜퍼스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2103193087"/>
              </p:ext>
            </p:extLst>
          </p:nvPr>
        </p:nvGraphicFramePr>
        <p:xfrm>
          <a:off x="194988" y="1156203"/>
          <a:ext cx="7166525" cy="90540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85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85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초코브라우니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endParaRPr lang="ko-KR" altLang="en-US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옥수수빵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감자샐러드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샤인머스캣주스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야채핫바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75Kcal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현미쌀강정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143Kcal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우리밀찐빵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치즈스틱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102Kcal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인절미꽈배기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사과주스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단호박튀김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유기농콘씨리얼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군고구마</a:t>
                      </a:r>
                      <a:r>
                        <a:rPr lang="en-US" altLang="ko-KR" sz="7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피쉬어묵바</a:t>
                      </a:r>
                      <a:r>
                        <a:rPr lang="ko-KR" altLang="en-US" sz="700" b="0" i="0" u="none" strike="noStrike" cap="none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2304" y="10256100"/>
            <a:ext cx="7146829" cy="323165"/>
            <a:chOff x="194988" y="987792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87792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598142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97875" y="857115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45111" y="949145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28592" y="1188720"/>
            <a:ext cx="1335864" cy="177991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72160"/>
            <a:ext cx="5684917" cy="7467254"/>
            <a:chOff x="630121" y="1172160"/>
            <a:chExt cx="5684917" cy="7467254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72160"/>
              <a:ext cx="5684917" cy="7467254"/>
              <a:chOff x="630121" y="1172160"/>
              <a:chExt cx="5684917" cy="7467254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7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109" y="1172160"/>
                <a:ext cx="5677929" cy="5656938"/>
                <a:chOff x="617184" y="1156662"/>
                <a:chExt cx="5677929" cy="5656938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26599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0167" y="296078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09556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7184" y="658285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67998" y="658285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6994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299224" y="657835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0038" y="65783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02742" y="657596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83424" y="29739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35364" y="298175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8307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27744" y="477903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2656</TotalTime>
  <Words>943</Words>
  <Application>Microsoft Office PowerPoint</Application>
  <PresentationFormat>사용자 지정</PresentationFormat>
  <Paragraphs>287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201</cp:revision>
  <cp:lastPrinted>2026-03-10T05:09:50Z</cp:lastPrinted>
  <dcterms:modified xsi:type="dcterms:W3CDTF">2026-06-02T00:33:09Z</dcterms:modified>
</cp:coreProperties>
</file>