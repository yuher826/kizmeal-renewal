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0" autoAdjust="0"/>
    <p:restoredTop sz="93508" autoAdjust="0"/>
  </p:normalViewPr>
  <p:slideViewPr>
    <p:cSldViewPr snapToGrid="0">
      <p:cViewPr>
        <p:scale>
          <a:sx n="125" d="100"/>
          <a:sy n="125" d="100"/>
        </p:scale>
        <p:origin x="-1229" y="240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799</Words>
  <Application>Microsoft Office PowerPoint</Application>
  <PresentationFormat>사용자 지정</PresentationFormat>
  <Paragraphs>233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173</cp:revision>
  <cp:lastPrinted>2026-03-10T05:09:50Z</cp:lastPrinted>
  <dcterms:modified xsi:type="dcterms:W3CDTF">2026-05-22T03:05:59Z</dcterms:modified>
</cp:coreProperties>
</file>