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69" y="24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럭스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우리밀웨하스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우리밀크리스피롤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②③⑤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2670</TotalTime>
  <Words>937</Words>
  <Application>Microsoft Office PowerPoint</Application>
  <PresentationFormat>사용자 지정</PresentationFormat>
  <Paragraphs>273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204</cp:revision>
  <cp:lastPrinted>2026-03-10T05:09:50Z</cp:lastPrinted>
  <dcterms:modified xsi:type="dcterms:W3CDTF">2026-05-22T05:55:00Z</dcterms:modified>
</cp:coreProperties>
</file>