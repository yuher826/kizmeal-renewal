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469" y="267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광교</a:t>
            </a:r>
            <a:r>
              <a:rPr lang="en-US" altLang="ko-KR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SLP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0070C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0070C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0070C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소고기유부초밥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①②⑤⑥⑩⑮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새우볼튀김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종</a:t>
                      </a:r>
                      <a:endParaRPr lang="en-US"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우리밀웨이퍼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초코브라우니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돈육완자전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①②⑤⑥⑩⑮⑯⑱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군고구마</a:t>
                      </a:r>
                      <a:r>
                        <a:rPr lang="en-US" altLang="ko-KR" sz="7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2609</TotalTime>
  <Words>970</Words>
  <Application>Microsoft Office PowerPoint</Application>
  <PresentationFormat>사용자 지정</PresentationFormat>
  <Paragraphs>294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204</cp:revision>
  <cp:lastPrinted>2026-03-10T05:09:50Z</cp:lastPrinted>
  <dcterms:modified xsi:type="dcterms:W3CDTF">2026-05-26T00:31:34Z</dcterms:modified>
</cp:coreProperties>
</file>