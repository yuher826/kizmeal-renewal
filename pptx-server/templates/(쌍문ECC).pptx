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29" y="254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2026-05-22T03:06:20Z</dcterms:modified>
</cp:coreProperties>
</file>