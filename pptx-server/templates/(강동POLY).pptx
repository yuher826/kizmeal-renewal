
<file path=[Content_Types].xml><?xml version="1.0" encoding="utf-8"?>
<Types xmlns="http://schemas.openxmlformats.org/package/2006/content-types">
  <Override PartName="/ppt/notesSlides/notesSlide1.xml" ContentType="application/vnd.openxmlformats-officedocument.presentationml.notesSlide+xml"/>
  <Default Extension="png" ContentType="image/png"/>
  <Override PartName="/ppt/metadata" ContentType="application/binary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73" r:id="rId2"/>
  </p:sldIdLst>
  <p:sldSz cx="7556500" cy="10680700"/>
  <p:notesSz cx="6797675" cy="99298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="" xmlns:p14="http://schemas.microsoft.com/office/powerpoint/2010/main">
        <p14:section name="기본 구역" id="{A5A911D7-4F61-4865-8A33-073C18BA13D9}">
          <p14:sldIdLst>
            <p14:sldId id="272"/>
            <p14:sldId id="273"/>
            <p14:sldId id="274"/>
          </p14:sldIdLst>
        </p14:section>
      </p14:sectionLst>
    </p:ext>
    <p:ext uri="{EFAFB233-063F-42B5-8137-9DF3F51BA10A}">
      <p15:sldGuideLst xmlns=""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7" roundtripDataSignature="AMtx7mh80d2vw0XkS1dWdjt+YBB98uHa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216A5B"/>
    <a:srgbClr val="F0F8F3"/>
    <a:srgbClr val="146152"/>
    <a:srgbClr val="006600"/>
    <a:srgbClr val="FF3300"/>
    <a:srgbClr val="339966"/>
    <a:srgbClr val="336600"/>
    <a:srgbClr val="84B29C"/>
    <a:srgbClr val="339933"/>
    <a:srgbClr val="F2EEE8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CD827EC-5CFA-433B-8004-491D8FC1E32A}">
  <a:tblStyle styleId="{0CD827EC-5CFA-433B-8004-491D8FC1E32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 b="off" i="off"/>
      <a:tcStyle>
        <a:tcBdr/>
        <a:fill>
          <a:solidFill>
            <a:srgbClr val="FFFFFF"/>
          </a:solidFill>
        </a:fill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Col>
    <a:la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350" autoAdjust="0"/>
    <p:restoredTop sz="93508" autoAdjust="0"/>
  </p:normalViewPr>
  <p:slideViewPr>
    <p:cSldViewPr snapToGrid="0">
      <p:cViewPr>
        <p:scale>
          <a:sx n="150" d="100"/>
          <a:sy n="150" d="100"/>
        </p:scale>
        <p:origin x="-634" y="3528"/>
      </p:cViewPr>
      <p:guideLst>
        <p:guide orient="horz" pos="3364"/>
        <p:guide pos="23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21" Type="http://schemas.openxmlformats.org/officeDocument/2006/relationships/tableStyles" Target="tableStyles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1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081213" y="744538"/>
            <a:ext cx="2635250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="" xmlns:a16="http://schemas.microsoft.com/office/drawing/2014/main" id="{9EAEB7EA-BFEE-6A37-1441-0019F7C4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="" xmlns:a16="http://schemas.microsoft.com/office/drawing/2014/main" id="{A962D173-4874-4BBD-E42F-09457CDDCC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="" xmlns:a16="http://schemas.microsoft.com/office/drawing/2014/main" id="{8A0BEC18-0135-ECBC-B7B7-5B5BEDD2D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="" xmlns:p14="http://schemas.microsoft.com/office/powerpoint/2010/main" val="1928913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5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marL="1371600" lvl="2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marL="1828800" lvl="3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marL="2286000" lvl="4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marL="2743200" lvl="5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marL="3200400" lvl="6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marL="3657600" lvl="7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marL="4114800" lvl="8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2" name="Google Shape;12;p5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="" xmlns:a16="http://schemas.microsoft.com/office/drawing/2014/main" id="{B126B5E3-43C1-2D45-7172-5913CF84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>
            <a:extLst>
              <a:ext uri="{FF2B5EF4-FFF2-40B4-BE49-F238E27FC236}">
                <a16:creationId xmlns="" xmlns:a16="http://schemas.microsoft.com/office/drawing/2014/main" id="{A5EE5CB6-12A2-D35D-E4E9-8FD018AA5603}"/>
              </a:ext>
            </a:extLst>
          </p:cNvPr>
          <p:cNvSpPr txBox="1"/>
          <p:nvPr/>
        </p:nvSpPr>
        <p:spPr>
          <a:xfrm>
            <a:off x="6010362" y="496012"/>
            <a:ext cx="1267715" cy="186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POLY</a:t>
            </a:r>
            <a:endParaRPr sz="1200" u="none" strike="noStrike" cap="none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22" name="Google Shape;22;p2">
            <a:extLst>
              <a:ext uri="{FF2B5EF4-FFF2-40B4-BE49-F238E27FC236}">
                <a16:creationId xmlns="" xmlns:a16="http://schemas.microsoft.com/office/drawing/2014/main" id="{7E14A02F-F46F-1094-16ED-98E2F0DA2046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1500" u="none" strike="noStrike" cap="none" dirty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</a:t>
            </a:r>
            <a:r>
              <a:rPr lang="en-US" sz="1500" dirty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</a:rPr>
              <a:t>JUN.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graphicFrame>
        <p:nvGraphicFramePr>
          <p:cNvPr id="17" name="Google Shape;17;p2">
            <a:extLst>
              <a:ext uri="{FF2B5EF4-FFF2-40B4-BE49-F238E27FC236}">
                <a16:creationId xmlns="" xmlns:a16="http://schemas.microsoft.com/office/drawing/2014/main" id="{FD0EAF99-6977-0928-BB3C-61B480A5CB79}"/>
              </a:ext>
            </a:extLst>
          </p:cNvPr>
          <p:cNvGraphicFramePr/>
          <p:nvPr>
            <p:extLst>
              <p:ext uri="{D42A27DB-BD31-4B8C-83A1-F6EECF244321}">
                <p14:modId xmlns="" xmlns:p14="http://schemas.microsoft.com/office/powerpoint/2010/main" val="3471275092"/>
              </p:ext>
            </p:extLst>
          </p:nvPr>
        </p:nvGraphicFramePr>
        <p:xfrm>
          <a:off x="194988" y="1156203"/>
          <a:ext cx="7166525" cy="8890213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</a:tblGrid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청포묵국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①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닭고기찹스테이크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②⑤⑫⑮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펜네샐러드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⑤⑥⑬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다시마튀각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깍두기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466Kcal(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16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23)</a:t>
                      </a:r>
                      <a:endParaRPr lang="ko-KR" altLang="en-US" sz="90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햇완두콩밥</a:t>
                      </a:r>
                      <a:endParaRPr lang="ko-KR" altLang="en-US" sz="9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호박된장국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소고기떡볶음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김치전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⑤⑥⑨⑯⑰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오징어실채조림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흰열무김치</a:t>
                      </a:r>
                      <a:endParaRPr lang="ko-KR" altLang="en-US" sz="9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448Kcal(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17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21)</a:t>
                      </a:r>
                      <a:endParaRPr sz="9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endParaRPr lang="en-US" sz="900" b="0" i="0" u="none" strike="noStrike" cap="none" dirty="0">
                        <a:solidFill>
                          <a:srgbClr val="216A5B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찰보리밥</a:t>
                      </a:r>
                      <a:endParaRPr lang="ko-KR" altLang="en-US" sz="9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순두부국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토마토닭갈비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⑫⑮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상추야채무침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유기농김자반</a:t>
                      </a:r>
                      <a:endParaRPr lang="ko-KR" altLang="en-US" sz="9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깍두기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470Kcal(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54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17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25)</a:t>
                      </a:r>
                      <a:endParaRPr sz="9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소고기미역국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돈등심까스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①⑤⑥⑩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&amp;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브라운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</a:t>
                      </a:r>
                      <a:r>
                        <a:rPr lang="en-US" altLang="ko-KR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②⑤⑥⑩⑫⑮⑯⑱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멕시칸샐러드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캐슈넛조림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443Kcal(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17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23)</a:t>
                      </a:r>
                      <a:endParaRPr lang="ko-KR" altLang="en-US" sz="9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03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삶은계란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유기농요구르트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130Kcal</a:t>
                      </a:r>
                      <a:endParaRPr lang="ko-KR" altLang="en-US" sz="80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유기농치즈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endParaRPr lang="ko-KR" altLang="en-US" sz="100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우리밀카스테라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166Kcal</a:t>
                      </a:r>
                      <a:endParaRPr sz="8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갈비만두</a:t>
                      </a:r>
                      <a:r>
                        <a:rPr lang="ko-KR" altLang="en-US" sz="8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⑤⑥⑩⑮⑯⑱</a:t>
                      </a: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 </a:t>
                      </a:r>
                      <a:r>
                        <a:rPr lang="ko-KR" altLang="en-US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레몬에이드 </a:t>
                      </a: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175Kcal</a:t>
                      </a:r>
                      <a:endParaRPr lang="ko-KR" altLang="en-US" sz="800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62520930"/>
                  </a:ext>
                </a:extLst>
              </a:tr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모듬어묵국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안동찜닭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오이지무침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463Kcal(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60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18)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소고기샤브국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돈채피망볶음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시금치나물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메추리알조림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432Kcal(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미소시루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함박스테이크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라디치오샐러드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오리엔탈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명엽채조림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455Kcal(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맑은김칫국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닭다리살불고기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모둠버섯나물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호두살멸치볶음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⑤⑥⑭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흰깍두기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470Kcal(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미트카레라이스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새우살강정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아보카도콥샐러드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우엉엿장조림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464Kcal(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24)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403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그래놀라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우리밀핫도그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①②⑤⑥⑩⑮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딸기주스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유기농요거트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방울증편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국산콩두유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④⑤⑭⑲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우리밀찐빵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3주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맑은닭곰탕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콤비네이션프리타타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케찹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파프리카무침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유기농김자반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444Kcal(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기장밥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느타리된장국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돈사태영양찜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애호박나물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씨앗조림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438Kcal(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훈제오리볶음밥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국물떡볶이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만두튀김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유기농요구르트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꼬들단무지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476Kcal(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61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혼합잡곡밥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콩나물국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돈육김치볶음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해물파전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①⑤⑥⑰⑱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연두부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양념장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446Kcal(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미트토마토스파게티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⑩⑫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모짜렐라핫도그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1" i="0" u="none" strike="noStrike" cap="none" dirty="0" err="1" smtClean="0">
                          <a:solidFill>
                            <a:srgbClr val="216A5B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딜감자샐러드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젤리스틱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오이피클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455Kcal(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403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과일푸딩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짜먹는요거트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90Kcal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글레이즈도넛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유기농치즈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1" i="0" u="none" strike="noStrike" cap="none" dirty="0" err="1" smtClean="0">
                          <a:solidFill>
                            <a:srgbClr val="216A5B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복분자머핀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곡물바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배도라지주스</a:t>
                      </a:r>
                      <a:endParaRPr lang="ko-KR" altLang="en-US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소고기뭇국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무항생제비엔나볶음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라따뚜이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438Kcal(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팽이된장국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돈육불고기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청포묵무침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진미채조림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442Kcal(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콘크림스프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순살치킨까스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①②⑤⑥⑮⑯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허니머스터드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S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쉬라즈샐러드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검은콩자반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465Kcal(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유부된장국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돈안심사과소스조림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브로콜리깨무침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매실청잔멸치볶음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450Kcal(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유니자장덮밥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가자미볼튀김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양배추샐러드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흑임자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오렌지주스</a:t>
                      </a:r>
                      <a:endParaRPr lang="ko-KR" altLang="en-US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하트단무지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24)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403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유기농코코볼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193Kcal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견과믹스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②⑤⑥⑭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팬케이크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153Kcal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고구마맛탕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포도주스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현미마들렌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소고기육개장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닭고기마파두부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어묵채볶음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아몬드꿀조림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백김치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461Kcal(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기장밥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감자된장국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돈육장조림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도토리묵무침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건새우볶음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458Kcal(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2"/>
                  </a:ext>
                </a:extLst>
              </a:tr>
              <a:tr h="43741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스트링치즈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딸기도넛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3"/>
                  </a:ext>
                </a:extLst>
              </a:tr>
            </a:tbl>
          </a:graphicData>
        </a:graphic>
      </p:graphicFrame>
      <p:grpSp>
        <p:nvGrpSpPr>
          <p:cNvPr id="64" name="Google Shape;64;p2">
            <a:extLst>
              <a:ext uri="{FF2B5EF4-FFF2-40B4-BE49-F238E27FC236}">
                <a16:creationId xmlns="" xmlns:a16="http://schemas.microsoft.com/office/drawing/2014/main" id="{813A8125-7AAD-9608-BE31-C4FCD26C9CF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65" name="Google Shape;65;p2">
              <a:extLst>
                <a:ext uri="{FF2B5EF4-FFF2-40B4-BE49-F238E27FC236}">
                  <a16:creationId xmlns="" xmlns:a16="http://schemas.microsoft.com/office/drawing/2014/main" id="{D030709F-E4F3-2BAA-709A-63A475F5CEA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="" xmlns:a16="http://schemas.microsoft.com/office/drawing/2014/main" id="{7F8539C4-C5F2-8185-996C-F4363F6967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="" xmlns:a16="http://schemas.microsoft.com/office/drawing/2014/main" id="{9F382793-5E82-3193-0104-6BDC18269E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="" xmlns:a16="http://schemas.microsoft.com/office/drawing/2014/main" id="{19A79442-C8A4-EAD7-547B-7DF051D03A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="" xmlns:a16="http://schemas.microsoft.com/office/drawing/2014/main" id="{4B5A9050-9183-9CC0-137A-EEA22B61E14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="" xmlns:a16="http://schemas.microsoft.com/office/drawing/2014/main" id="{4BB2C19B-16EF-A241-F5FD-0B177700C01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="" xmlns:a16="http://schemas.microsoft.com/office/drawing/2014/main" id="{11DE0B10-C65D-660F-4712-9E962E96B3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="" xmlns:a16="http://schemas.microsoft.com/office/drawing/2014/main" id="{056BE128-7C94-EE65-EC5C-225EDEA45F4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="" xmlns:a16="http://schemas.microsoft.com/office/drawing/2014/main" id="{8A243E5C-ACA2-123A-EBAA-32DA6A9C0B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="" xmlns:a16="http://schemas.microsoft.com/office/drawing/2014/main" id="{0C77F8F3-030B-90D0-1F99-8EC7CDAD65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="" xmlns:a16="http://schemas.microsoft.com/office/drawing/2014/main" id="{94790ED0-2066-096D-E4FF-AEBBF31929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="" xmlns:a16="http://schemas.microsoft.com/office/drawing/2014/main" id="{D5C447C9-A315-B06D-7FBA-02CF77D96A6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="" xmlns:a16="http://schemas.microsoft.com/office/drawing/2014/main" id="{58E0D0AB-86C5-AC0A-16AA-D3757523D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="" xmlns:a16="http://schemas.microsoft.com/office/drawing/2014/main" id="{CC00A906-F989-8EE0-5C82-308AC2F68E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="" xmlns:a16="http://schemas.microsoft.com/office/drawing/2014/main" id="{5D763AE3-A0C8-66C4-CB00-BB663A99018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="" xmlns:a16="http://schemas.microsoft.com/office/drawing/2014/main" id="{F86B4BFE-03B5-784F-A0C7-1CF707B009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81" name="Google Shape;81;p2">
              <a:extLst>
                <a:ext uri="{FF2B5EF4-FFF2-40B4-BE49-F238E27FC236}">
                  <a16:creationId xmlns="" xmlns:a16="http://schemas.microsoft.com/office/drawing/2014/main" id="{DFC96853-0BDC-FA5F-2069-78AEE4528BC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="" xmlns:a16="http://schemas.microsoft.com/office/drawing/2014/main" id="{D5969BFF-4514-3122-A890-CCB81D34E79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="" xmlns:a16="http://schemas.microsoft.com/office/drawing/2014/main" id="{97E8CB1B-5BC3-300D-A636-A17CBA664C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="" xmlns:a16="http://schemas.microsoft.com/office/drawing/2014/main" id="{EEE621CF-AE61-C50B-6A81-F7E1ED01068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="" xmlns:a16="http://schemas.microsoft.com/office/drawing/2014/main" id="{66ABB63C-ABC2-B4AC-CFD7-D494908E01F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="" xmlns:a16="http://schemas.microsoft.com/office/drawing/2014/main" id="{7241B504-7A90-8CAE-11BE-5AD442ABBA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="" xmlns:a16="http://schemas.microsoft.com/office/drawing/2014/main" id="{622EDCA2-D04F-9EDE-F74A-CD996644100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="" xmlns:a16="http://schemas.microsoft.com/office/drawing/2014/main" id="{1ED7467A-1539-EE23-605F-A11303E758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="" xmlns:a16="http://schemas.microsoft.com/office/drawing/2014/main" id="{9118E488-9572-B769-3CC3-68C29B64D3B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="" xmlns:a16="http://schemas.microsoft.com/office/drawing/2014/main" id="{4BF9E944-8EA1-AC04-2A3B-6DF32D71AE7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="" xmlns:a16="http://schemas.microsoft.com/office/drawing/2014/main" id="{AAF33243-C9F8-293A-93CA-10811A2E3C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92" name="Google Shape;92;p2">
              <a:extLst>
                <a:ext uri="{FF2B5EF4-FFF2-40B4-BE49-F238E27FC236}">
                  <a16:creationId xmlns="" xmlns:a16="http://schemas.microsoft.com/office/drawing/2014/main" id="{8DCBC6FF-A4E4-D069-CA0B-9198A598D37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="" xmlns:a16="http://schemas.microsoft.com/office/drawing/2014/main" id="{82BE63BD-59CA-FDCA-8C0B-7C981947EB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="" xmlns:a16="http://schemas.microsoft.com/office/drawing/2014/main" id="{C1532786-613D-79B9-C45C-551ECDBACC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="" xmlns:a16="http://schemas.microsoft.com/office/drawing/2014/main" id="{E3CDD5DA-BEDA-29D5-6416-B3504A2D2BE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="" xmlns:a16="http://schemas.microsoft.com/office/drawing/2014/main" id="{EA08C694-1928-24F1-4593-6595BB9263C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="" xmlns:a16="http://schemas.microsoft.com/office/drawing/2014/main" id="{0BC1EBBF-639C-3CE5-55F7-B9E54B2E71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="" xmlns:a16="http://schemas.microsoft.com/office/drawing/2014/main" id="{35CDDF97-3097-583D-9640-64674B9CC4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="" xmlns:a16="http://schemas.microsoft.com/office/drawing/2014/main" id="{6DC37B75-6017-FA26-05E6-CB8F8F7216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="" xmlns:a16="http://schemas.microsoft.com/office/drawing/2014/main" id="{B93F69DC-534B-36D9-3388-9C1C515D43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="" xmlns:a16="http://schemas.microsoft.com/office/drawing/2014/main" id="{7E713C26-E061-FCDF-D13F-86B105A176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="" xmlns:a16="http://schemas.microsoft.com/office/drawing/2014/main" id="{290BDC0D-8639-E292-3CD8-9527226FF2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="" xmlns:a16="http://schemas.microsoft.com/office/drawing/2014/main" id="{C5F036E3-D6DC-C334-FF3F-B322D4E543E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="" xmlns:a16="http://schemas.microsoft.com/office/drawing/2014/main" id="{44880369-296E-A137-6D5B-8FAC02442D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="" xmlns:a16="http://schemas.microsoft.com/office/drawing/2014/main" id="{A3E30CAD-1851-7BA1-1804-BEC9D57A867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="" xmlns:a16="http://schemas.microsoft.com/office/drawing/2014/main" id="{87EF06F2-7023-A9D5-2950-30EAFFFA31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="" xmlns:a16="http://schemas.microsoft.com/office/drawing/2014/main" id="{467D1553-5683-817F-FF15-8558D291B89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="" xmlns:a16="http://schemas.microsoft.com/office/drawing/2014/main" id="{890EB953-E192-ECB8-343A-045E8BCA9F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="" xmlns:a16="http://schemas.microsoft.com/office/drawing/2014/main" id="{B00894EE-0A33-B3FB-15A0-3AF54D6BB13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="" xmlns:a16="http://schemas.microsoft.com/office/drawing/2014/main" id="{CF68510D-C5C0-8C5A-7737-C70CA19F7A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="" xmlns:a16="http://schemas.microsoft.com/office/drawing/2014/main" id="{A86B13C4-3DA8-2AFC-FD53-4D4E7998E5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12" name="Google Shape;112;p2">
              <a:extLst>
                <a:ext uri="{FF2B5EF4-FFF2-40B4-BE49-F238E27FC236}">
                  <a16:creationId xmlns="" xmlns:a16="http://schemas.microsoft.com/office/drawing/2014/main" id="{6E71BFA0-2950-6FCE-FF20-58B77E0CF6D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="" xmlns:a16="http://schemas.microsoft.com/office/drawing/2014/main" id="{175400DC-7EF6-6419-BC04-959EEB5C1B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="" xmlns:a16="http://schemas.microsoft.com/office/drawing/2014/main" id="{43E2E6D6-6FD2-ADF2-63BB-9DE30A7A5E6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="" xmlns:a16="http://schemas.microsoft.com/office/drawing/2014/main" id="{E07E85E0-B402-99C8-EFB0-4C0970FBF76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="" xmlns:a16="http://schemas.microsoft.com/office/drawing/2014/main" id="{BC6A9363-8D5E-D4C3-4721-4BCAFBE3B77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="" xmlns:a16="http://schemas.microsoft.com/office/drawing/2014/main" id="{13D59CA0-46FA-0B52-643A-3F0F74374B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="" xmlns:a16="http://schemas.microsoft.com/office/drawing/2014/main" id="{D9BB50DC-E901-A970-D362-5402A3C26D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="" xmlns:a16="http://schemas.microsoft.com/office/drawing/2014/main" id="{F62860CC-6B87-9FED-A039-7A7E39DACD6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="" xmlns:a16="http://schemas.microsoft.com/office/drawing/2014/main" id="{BE9D732C-D59D-A0C0-18CF-ABB3A4A4744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="" xmlns:a16="http://schemas.microsoft.com/office/drawing/2014/main" id="{5F895CAE-2899-CDFE-9861-0D44E3A2B4B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="" xmlns:a16="http://schemas.microsoft.com/office/drawing/2014/main" id="{1450CF73-A459-06A8-332D-E6CFF5E60C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="" xmlns:a16="http://schemas.microsoft.com/office/drawing/2014/main" id="{DA1585C8-3AAD-6150-8C21-D8B1044C2C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="" xmlns:a16="http://schemas.microsoft.com/office/drawing/2014/main" id="{6EA70645-F5EA-9E21-3460-F9A491C40C5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="" xmlns:a16="http://schemas.microsoft.com/office/drawing/2014/main" id="{82DEEF24-E831-E6A2-1ECD-0CAA7B4071D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="" xmlns:a16="http://schemas.microsoft.com/office/drawing/2014/main" id="{F9270554-F465-3EB1-4180-AD87480B6C5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="" xmlns:a16="http://schemas.microsoft.com/office/drawing/2014/main" id="{B4A4CBFB-1C66-C8C4-396E-7852F34A0C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28" name="Google Shape;128;p2">
              <a:extLst>
                <a:ext uri="{FF2B5EF4-FFF2-40B4-BE49-F238E27FC236}">
                  <a16:creationId xmlns="" xmlns:a16="http://schemas.microsoft.com/office/drawing/2014/main" id="{6951D274-577E-4C9D-10E7-61B3B1A30F6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="" xmlns:a16="http://schemas.microsoft.com/office/drawing/2014/main" id="{7469082A-3FF6-797A-F992-89661A4054B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="" xmlns:a16="http://schemas.microsoft.com/office/drawing/2014/main" id="{B4996655-E930-A198-7D2A-3FA333789B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="" xmlns:a16="http://schemas.microsoft.com/office/drawing/2014/main" id="{7A1CBBFE-5DC3-979B-1099-61BDC610FA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="" xmlns:a16="http://schemas.microsoft.com/office/drawing/2014/main" id="{DCA859D4-CA4B-7D0C-E97F-1926A9D671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="" xmlns:a16="http://schemas.microsoft.com/office/drawing/2014/main" id="{AE5F4819-8B25-FC32-7989-FBC0432B83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="" xmlns:a16="http://schemas.microsoft.com/office/drawing/2014/main" id="{5B5D44CB-0BD0-A6B0-B780-34252F48D7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="" xmlns:a16="http://schemas.microsoft.com/office/drawing/2014/main" id="{C660144F-09E7-D5A8-867A-64F21F1AA4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36" name="Google Shape;136;p2">
              <a:extLst>
                <a:ext uri="{FF2B5EF4-FFF2-40B4-BE49-F238E27FC236}">
                  <a16:creationId xmlns="" xmlns:a16="http://schemas.microsoft.com/office/drawing/2014/main" id="{2400AFAA-8315-DA61-850F-6D3536987C5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="" xmlns:a16="http://schemas.microsoft.com/office/drawing/2014/main" id="{C160E032-225B-38D5-89B8-AAC8CF6E8A5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="" xmlns:a16="http://schemas.microsoft.com/office/drawing/2014/main" id="{BB9CD7B6-8D36-10FE-86FB-E8162E1E4A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="" xmlns:a16="http://schemas.microsoft.com/office/drawing/2014/main" id="{7EFD7D83-B1BA-88DB-D249-12DFB24CAFF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="" xmlns:a16="http://schemas.microsoft.com/office/drawing/2014/main" id="{E4BC31A4-FFF7-B56B-B498-E47FC33814B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="" xmlns:a16="http://schemas.microsoft.com/office/drawing/2014/main" id="{76FA0A10-733D-9015-3652-C3339C94ED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="" xmlns:a16="http://schemas.microsoft.com/office/drawing/2014/main" id="{1B0F1E53-3C64-FDA6-B83A-2FC35E820E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="" xmlns:a16="http://schemas.microsoft.com/office/drawing/2014/main" id="{89B506C0-1EBD-26B7-B475-54EA9302F6F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44" name="Google Shape;144;p2">
              <a:extLst>
                <a:ext uri="{FF2B5EF4-FFF2-40B4-BE49-F238E27FC236}">
                  <a16:creationId xmlns="" xmlns:a16="http://schemas.microsoft.com/office/drawing/2014/main" id="{4561077A-241A-8FDA-71C8-BF3B3B2D819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="" xmlns:a16="http://schemas.microsoft.com/office/drawing/2014/main" id="{C77A54D9-9C79-D565-7F7A-F23CC706A3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="" xmlns:a16="http://schemas.microsoft.com/office/drawing/2014/main" id="{B7355ABB-6620-2BDD-F453-FD3AB94F667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="" xmlns:a16="http://schemas.microsoft.com/office/drawing/2014/main" id="{69761636-E466-02EB-8E40-1FB2AC649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="" xmlns:a16="http://schemas.microsoft.com/office/drawing/2014/main" id="{B04047C6-F090-FB02-3089-5D75D9C063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="" xmlns:a16="http://schemas.microsoft.com/office/drawing/2014/main" id="{B2C52E91-A7D5-3C52-6A07-1978E675910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="" xmlns:a16="http://schemas.microsoft.com/office/drawing/2014/main" id="{1B2497EB-98F2-8146-5D81-BE285794BD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="" xmlns:a16="http://schemas.microsoft.com/office/drawing/2014/main" id="{C26658F4-7BFF-764E-C16A-4D2F39E901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="" xmlns:a16="http://schemas.microsoft.com/office/drawing/2014/main" id="{E8BEE0F2-386E-FF91-0BA1-66ED6436E3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="" xmlns:a16="http://schemas.microsoft.com/office/drawing/2014/main" id="{ECCC2455-8139-F9F8-5226-9CE254EEA8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="" xmlns:a16="http://schemas.microsoft.com/office/drawing/2014/main" id="{CCB5B49F-5F4A-9E61-2744-B1EB8F7E54F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55" name="Google Shape;155;p2">
              <a:extLst>
                <a:ext uri="{FF2B5EF4-FFF2-40B4-BE49-F238E27FC236}">
                  <a16:creationId xmlns="" xmlns:a16="http://schemas.microsoft.com/office/drawing/2014/main" id="{BD901900-C02C-63B5-C880-EC3C1C453DD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="" xmlns:a16="http://schemas.microsoft.com/office/drawing/2014/main" id="{C255B28E-36A3-9F7B-70FE-6D0E5ECD7E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="" xmlns:a16="http://schemas.microsoft.com/office/drawing/2014/main" id="{22ADD940-5D0A-7305-A928-E415DC01AA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="" xmlns:a16="http://schemas.microsoft.com/office/drawing/2014/main" id="{B311F96F-C211-FBD9-36FB-18E1C8D642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="" xmlns:a16="http://schemas.microsoft.com/office/drawing/2014/main" id="{745A7C11-652D-483F-BC50-8D3F30CD5C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="" xmlns:a16="http://schemas.microsoft.com/office/drawing/2014/main" id="{F7E9D733-25B7-7D83-76C8-1F397261F15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="" xmlns:a16="http://schemas.microsoft.com/office/drawing/2014/main" id="{44B67308-F557-C58B-0D58-DF8FD0BA3A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="" xmlns:a16="http://schemas.microsoft.com/office/drawing/2014/main" id="{156189AE-CB79-24E0-A04F-AA4BDB3892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="" xmlns:a16="http://schemas.microsoft.com/office/drawing/2014/main" id="{2546A112-3166-FFA1-FA22-52F4C146147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="" xmlns:a16="http://schemas.microsoft.com/office/drawing/2014/main" id="{0A2664A1-8455-B2DD-682E-335D531CE39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="" xmlns:a16="http://schemas.microsoft.com/office/drawing/2014/main" id="{9337336A-59CE-4FD8-C0B1-D2A00CBA1FD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10" name="그룹 9">
            <a:extLst>
              <a:ext uri="{FF2B5EF4-FFF2-40B4-BE49-F238E27FC236}">
                <a16:creationId xmlns="" xmlns:a16="http://schemas.microsoft.com/office/drawing/2014/main" id="{60B7A35F-4461-49C3-5F0F-D6E036B37ED8}"/>
              </a:ext>
            </a:extLst>
          </p:cNvPr>
          <p:cNvGrpSpPr/>
          <p:nvPr/>
        </p:nvGrpSpPr>
        <p:grpSpPr>
          <a:xfrm>
            <a:off x="222304" y="10116222"/>
            <a:ext cx="7146829" cy="323165"/>
            <a:chOff x="194988" y="9853671"/>
            <a:chExt cx="7146829" cy="323165"/>
          </a:xfrm>
        </p:grpSpPr>
        <p:sp>
          <p:nvSpPr>
            <p:cNvPr id="19" name="Google Shape;19;p2">
              <a:extLst>
                <a:ext uri="{FF2B5EF4-FFF2-40B4-BE49-F238E27FC236}">
                  <a16:creationId xmlns="" xmlns:a16="http://schemas.microsoft.com/office/drawing/2014/main" id="{F2850D80-8400-BCED-E007-95FE5EAB099F}"/>
                </a:ext>
              </a:extLst>
            </p:cNvPr>
            <p:cNvSpPr/>
            <p:nvPr/>
          </p:nvSpPr>
          <p:spPr>
            <a:xfrm>
              <a:off x="194988" y="9853671"/>
              <a:ext cx="6120050" cy="323165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700" u="none" strike="noStrike" cap="none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&lt;</a:t>
              </a:r>
              <a:r>
                <a:rPr lang="ko-KR" altLang="en-US" sz="700" u="none" strike="noStrike" cap="none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알레르기 표시 안내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&gt;</a:t>
              </a: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①난류 ②우유 ③메밀 ④땅콩 ⑤대두 ⑥밀 ⑦고등어 ⑧게 ⑨새우 ⑩돼지고기 ⑪복숭아 ⑫토마토 ⑬</a:t>
              </a:r>
              <a:r>
                <a:rPr lang="ko-KR" altLang="en-US" sz="700" dirty="0" err="1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아황산류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⑭호두 ⑮닭고기 ⑯쇠고기 ⑰오징어 ⑱조개류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전복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홍합 포함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⑲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잣</a:t>
              </a:r>
              <a:endParaRPr lang="en-US" altLang="ko-KR" sz="700" dirty="0">
                <a:solidFill>
                  <a:srgbClr val="FF33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*위 식단은 </a:t>
              </a:r>
              <a:r>
                <a:rPr lang="ko-KR" altLang="en-US" sz="700" dirty="0" err="1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식품수급에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따라 변경될 수 있습니다</a:t>
              </a:r>
              <a:r>
                <a:rPr lang="en-US" altLang="ko-KR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I </a:t>
              </a:r>
              <a:r>
                <a:rPr lang="en-US" altLang="ko-KR" sz="7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kizmeal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ko-KR" altLang="en-US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배서영 영양사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sy226@kizmeal.com I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www.kizmeal.com</a:t>
              </a:r>
              <a:endParaRPr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pic>
          <p:nvPicPr>
            <p:cNvPr id="8" name="그래픽 118">
              <a:extLst>
                <a:ext uri="{FF2B5EF4-FFF2-40B4-BE49-F238E27FC236}">
                  <a16:creationId xmlns="" xmlns:a16="http://schemas.microsoft.com/office/drawing/2014/main" id="{1D157731-307A-FF75-5D5D-5D7937AB1C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9259" y="9900789"/>
              <a:ext cx="1042558" cy="240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" name="그룹 2">
            <a:extLst>
              <a:ext uri="{FF2B5EF4-FFF2-40B4-BE49-F238E27FC236}">
                <a16:creationId xmlns="" xmlns:a16="http://schemas.microsoft.com/office/drawing/2014/main" id="{EA9FAA8D-392A-F683-23E8-3D3DF97AE526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6" name="Google Shape;25;p2">
              <a:extLst>
                <a:ext uri="{FF2B5EF4-FFF2-40B4-BE49-F238E27FC236}">
                  <a16:creationId xmlns="" xmlns:a16="http://schemas.microsoft.com/office/drawing/2014/main" id="{FB483C0B-1365-7A2B-40A0-B2729DDC9263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7" name="Google Shape;25;p2">
              <a:extLst>
                <a:ext uri="{FF2B5EF4-FFF2-40B4-BE49-F238E27FC236}">
                  <a16:creationId xmlns="" xmlns:a16="http://schemas.microsoft.com/office/drawing/2014/main" id="{8B83643B-338C-C6F8-4E90-A8EF04B219B0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5;p2">
              <a:extLst>
                <a:ext uri="{FF2B5EF4-FFF2-40B4-BE49-F238E27FC236}">
                  <a16:creationId xmlns="" xmlns:a16="http://schemas.microsoft.com/office/drawing/2014/main" id="{08DF9732-B797-2F3C-5AD7-A7ACC9B90A21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5;p2">
              <a:extLst>
                <a:ext uri="{FF2B5EF4-FFF2-40B4-BE49-F238E27FC236}">
                  <a16:creationId xmlns="" xmlns:a16="http://schemas.microsoft.com/office/drawing/2014/main" id="{46A0EF80-F0B5-B293-7945-D8B6F0F2F459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25;p2">
              <a:extLst>
                <a:ext uri="{FF2B5EF4-FFF2-40B4-BE49-F238E27FC236}">
                  <a16:creationId xmlns="" xmlns:a16="http://schemas.microsoft.com/office/drawing/2014/main" id="{1E0C0E49-3149-E717-A359-E63939DA0488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26;p2">
              <a:extLst>
                <a:ext uri="{FF2B5EF4-FFF2-40B4-BE49-F238E27FC236}">
                  <a16:creationId xmlns="" xmlns:a16="http://schemas.microsoft.com/office/drawing/2014/main" id="{8E5E21AA-E209-F89C-5C13-CC2C300988DF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" name="Google Shape;29;p2">
              <a:extLst>
                <a:ext uri="{FF2B5EF4-FFF2-40B4-BE49-F238E27FC236}">
                  <a16:creationId xmlns="" xmlns:a16="http://schemas.microsoft.com/office/drawing/2014/main" id="{D1267E4B-B66F-1819-0F48-FA5652DE33ED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" name="Google Shape;32;p2">
              <a:extLst>
                <a:ext uri="{FF2B5EF4-FFF2-40B4-BE49-F238E27FC236}">
                  <a16:creationId xmlns="" xmlns:a16="http://schemas.microsoft.com/office/drawing/2014/main" id="{EB6B79E6-643B-C59A-19DA-2381717F94C5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" name="Google Shape;35;p2">
              <a:extLst>
                <a:ext uri="{FF2B5EF4-FFF2-40B4-BE49-F238E27FC236}">
                  <a16:creationId xmlns="" xmlns:a16="http://schemas.microsoft.com/office/drawing/2014/main" id="{87EE6E11-97E5-8DC8-3595-F4B2DA26503B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3" name="Google Shape;63;p2">
              <a:extLst>
                <a:ext uri="{FF2B5EF4-FFF2-40B4-BE49-F238E27FC236}">
                  <a16:creationId xmlns="" xmlns:a16="http://schemas.microsoft.com/office/drawing/2014/main" id="{9FCD7BE1-32CE-14AF-63FD-25AEFBB4CB7B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225" name="그림 22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9966" y="8430502"/>
            <a:ext cx="643770" cy="807807"/>
          </a:xfrm>
          <a:prstGeom prst="rect">
            <a:avLst/>
          </a:prstGeom>
        </p:spPr>
      </p:pic>
      <p:sp>
        <p:nvSpPr>
          <p:cNvPr id="226" name="TextBox 225"/>
          <p:cNvSpPr txBox="1"/>
          <p:nvPr/>
        </p:nvSpPr>
        <p:spPr>
          <a:xfrm>
            <a:off x="3997875" y="8403519"/>
            <a:ext cx="3394738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1000" b="1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원산지 표기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현미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흑미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찹쌀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육우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돼지고기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닭고기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오리고기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무항생제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순두부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콩비지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배추김치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고춧가루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아귀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오징어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고등어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꽃게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명태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러시아산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다랑어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원양산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가다랑어포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인도네시아산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*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상기 원산지는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식자재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수급 사정에 따라 부득이하게 변경될 수 있습니다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en-US" altLang="ko-KR" sz="800" dirty="0">
              <a:solidFill>
                <a:schemeClr val="tx1">
                  <a:lumMod val="65000"/>
                  <a:lumOff val="35000"/>
                </a:schemeClr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227" name="TextBox 226"/>
          <p:cNvSpPr txBox="1"/>
          <p:nvPr/>
        </p:nvSpPr>
        <p:spPr>
          <a:xfrm>
            <a:off x="3445111" y="9323815"/>
            <a:ext cx="38967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* 원재료 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표시안내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*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햄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소시지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 또는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), 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달걀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동물복지 유정란 또는 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무항생제란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err="1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키즈밀은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엄선된 친환경 및 국내산 식자재를 선별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하여 사용하고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화학첨가물이 들어있는 가공식품은 최대한 배제하여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올바른 식습관 확립 및 균형 잡힌 영양을 제공합니다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800" dirty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228" name="TextBox 227"/>
          <p:cNvSpPr txBox="1"/>
          <p:nvPr/>
        </p:nvSpPr>
        <p:spPr>
          <a:xfrm>
            <a:off x="194988" y="424009"/>
            <a:ext cx="1173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6</a:t>
            </a:r>
            <a:r>
              <a:rPr lang="ko-KR" altLang="en-US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월 추천 식자재</a:t>
            </a:r>
            <a:endParaRPr lang="en-US" altLang="ko-KR" sz="1000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en-US" sz="800" dirty="0" err="1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복분자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altLang="ko-KR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 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감자</a:t>
            </a:r>
          </a:p>
        </p:txBody>
      </p:sp>
      <p:pic>
        <p:nvPicPr>
          <p:cNvPr id="168" name="그림 16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 rot="21427361">
            <a:off x="1157627" y="238384"/>
            <a:ext cx="1164709" cy="531426"/>
          </a:xfrm>
          <a:prstGeom prst="rect">
            <a:avLst/>
          </a:prstGeom>
        </p:spPr>
      </p:pic>
      <p:pic>
        <p:nvPicPr>
          <p:cNvPr id="169" name="그림 16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8592" y="1217545"/>
            <a:ext cx="1335864" cy="1709698"/>
          </a:xfrm>
          <a:prstGeom prst="rect">
            <a:avLst/>
          </a:prstGeom>
        </p:spPr>
      </p:pic>
      <p:sp>
        <p:nvSpPr>
          <p:cNvPr id="167" name="TextBox 166"/>
          <p:cNvSpPr txBox="1"/>
          <p:nvPr/>
        </p:nvSpPr>
        <p:spPr>
          <a:xfrm>
            <a:off x="3565230" y="1479043"/>
            <a:ext cx="8534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solidFill>
                  <a:srgbClr val="216A5B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지방선거일</a:t>
            </a:r>
          </a:p>
        </p:txBody>
      </p:sp>
      <p:grpSp>
        <p:nvGrpSpPr>
          <p:cNvPr id="2" name="그룹 1"/>
          <p:cNvGrpSpPr/>
          <p:nvPr/>
        </p:nvGrpSpPr>
        <p:grpSpPr>
          <a:xfrm>
            <a:off x="630121" y="1172160"/>
            <a:ext cx="5684917" cy="7375814"/>
            <a:chOff x="630121" y="1172160"/>
            <a:chExt cx="5684917" cy="7375814"/>
          </a:xfrm>
        </p:grpSpPr>
        <p:grpSp>
          <p:nvGrpSpPr>
            <p:cNvPr id="229" name="그룹 228"/>
            <p:cNvGrpSpPr/>
            <p:nvPr/>
          </p:nvGrpSpPr>
          <p:grpSpPr>
            <a:xfrm>
              <a:off x="630121" y="1172160"/>
              <a:ext cx="5684917" cy="7375814"/>
              <a:chOff x="630121" y="1172160"/>
              <a:chExt cx="5684917" cy="7375814"/>
            </a:xfrm>
          </p:grpSpPr>
          <p:sp>
            <p:nvSpPr>
              <p:cNvPr id="230" name="Google Shape;59;p2">
                <a:extLst>
                  <a:ext uri="{FF2B5EF4-FFF2-40B4-BE49-F238E27FC236}">
                    <a16:creationId xmlns="" xmlns:a16="http://schemas.microsoft.com/office/drawing/2014/main" id="{DF8F4FD9-F4AD-F7F7-0936-3BD31264363A}"/>
                  </a:ext>
                </a:extLst>
              </p:cNvPr>
              <p:cNvSpPr txBox="1"/>
              <p:nvPr/>
            </p:nvSpPr>
            <p:spPr>
              <a:xfrm>
                <a:off x="630121" y="8317232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29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231" name="Google Shape;59;p2">
                <a:extLst>
                  <a:ext uri="{FF2B5EF4-FFF2-40B4-BE49-F238E27FC236}">
                    <a16:creationId xmlns="" xmlns:a16="http://schemas.microsoft.com/office/drawing/2014/main" id="{DF8F4FD9-F4AD-F7F7-0936-3BD31264363A}"/>
                  </a:ext>
                </a:extLst>
              </p:cNvPr>
              <p:cNvSpPr txBox="1"/>
              <p:nvPr/>
            </p:nvSpPr>
            <p:spPr>
              <a:xfrm>
                <a:off x="1992428" y="8317232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30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grpSp>
            <p:nvGrpSpPr>
              <p:cNvPr id="232" name="Google Shape;36;p2">
                <a:extLst>
                  <a:ext uri="{FF2B5EF4-FFF2-40B4-BE49-F238E27FC236}">
                    <a16:creationId xmlns="" xmlns:a16="http://schemas.microsoft.com/office/drawing/2014/main" id="{351B882D-32A2-1AEA-E625-69A54A120CAE}"/>
                  </a:ext>
                </a:extLst>
              </p:cNvPr>
              <p:cNvGrpSpPr/>
              <p:nvPr/>
            </p:nvGrpSpPr>
            <p:grpSpPr>
              <a:xfrm>
                <a:off x="637928" y="1172160"/>
                <a:ext cx="5677110" cy="5588358"/>
                <a:chOff x="618003" y="1156662"/>
                <a:chExt cx="5677110" cy="5588358"/>
              </a:xfrm>
            </p:grpSpPr>
            <p:sp>
              <p:nvSpPr>
                <p:cNvPr id="233" name="Google Shape;37;p2">
                  <a:extLst>
                    <a:ext uri="{FF2B5EF4-FFF2-40B4-BE49-F238E27FC236}">
                      <a16:creationId xmlns="" xmlns:a16="http://schemas.microsoft.com/office/drawing/2014/main" id="{2DA118F4-3362-50F0-23BA-73A82E35316D}"/>
                    </a:ext>
                  </a:extLst>
                </p:cNvPr>
                <p:cNvSpPr txBox="1"/>
                <p:nvPr/>
              </p:nvSpPr>
              <p:spPr>
                <a:xfrm>
                  <a:off x="624113" y="116450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34" name="Google Shape;41;p2">
                  <a:extLst>
                    <a:ext uri="{FF2B5EF4-FFF2-40B4-BE49-F238E27FC236}">
                      <a16:creationId xmlns="" xmlns:a16="http://schemas.microsoft.com/office/drawing/2014/main" id="{847E75D2-F0C6-914E-F677-BD558494F54F}"/>
                    </a:ext>
                  </a:extLst>
                </p:cNvPr>
                <p:cNvSpPr txBox="1"/>
                <p:nvPr/>
              </p:nvSpPr>
              <p:spPr>
                <a:xfrm>
                  <a:off x="634219" y="115797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01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35" name="Google Shape;42;p2">
                  <a:extLst>
                    <a:ext uri="{FF2B5EF4-FFF2-40B4-BE49-F238E27FC236}">
                      <a16:creationId xmlns="" xmlns:a16="http://schemas.microsoft.com/office/drawing/2014/main" id="{D3ABBF6A-4940-94AC-EF1F-9033FBD0DEC7}"/>
                    </a:ext>
                  </a:extLst>
                </p:cNvPr>
                <p:cNvSpPr txBox="1"/>
                <p:nvPr/>
              </p:nvSpPr>
              <p:spPr>
                <a:xfrm>
                  <a:off x="634219" y="294318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08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36" name="Google Shape;43;p2">
                  <a:extLst>
                    <a:ext uri="{FF2B5EF4-FFF2-40B4-BE49-F238E27FC236}">
                      <a16:creationId xmlns="" xmlns:a16="http://schemas.microsoft.com/office/drawing/2014/main" id="{E0B52BA2-CFAD-85EB-60B7-D63D836CD77F}"/>
                    </a:ext>
                  </a:extLst>
                </p:cNvPr>
                <p:cNvSpPr txBox="1"/>
                <p:nvPr/>
              </p:nvSpPr>
              <p:spPr>
                <a:xfrm>
                  <a:off x="1983608" y="1160830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02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37" name="Google Shape;44;p2">
                  <a:extLst>
                    <a:ext uri="{FF2B5EF4-FFF2-40B4-BE49-F238E27FC236}">
                      <a16:creationId xmlns="" xmlns:a16="http://schemas.microsoft.com/office/drawing/2014/main" id="{F8634860-E6E7-55AD-F237-0F0581EA6E0F}"/>
                    </a:ext>
                  </a:extLst>
                </p:cNvPr>
                <p:cNvSpPr txBox="1"/>
                <p:nvPr/>
              </p:nvSpPr>
              <p:spPr>
                <a:xfrm>
                  <a:off x="3323060" y="115905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38" name="Google Shape;45;p2">
                  <a:extLst>
                    <a:ext uri="{FF2B5EF4-FFF2-40B4-BE49-F238E27FC236}">
                      <a16:creationId xmlns="" xmlns:a16="http://schemas.microsoft.com/office/drawing/2014/main" id="{0E7BEB21-709C-7C25-CB25-6F398F3EFF9B}"/>
                    </a:ext>
                  </a:extLst>
                </p:cNvPr>
                <p:cNvSpPr txBox="1"/>
                <p:nvPr/>
              </p:nvSpPr>
              <p:spPr>
                <a:xfrm>
                  <a:off x="4673874" y="115905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39" name="Google Shape;46;p2">
                  <a:extLst>
                    <a:ext uri="{FF2B5EF4-FFF2-40B4-BE49-F238E27FC236}">
                      <a16:creationId xmlns="" xmlns:a16="http://schemas.microsoft.com/office/drawing/2014/main" id="{4457248D-19F3-64DE-EACB-8874389D5C2E}"/>
                    </a:ext>
                  </a:extLst>
                </p:cNvPr>
                <p:cNvSpPr txBox="1"/>
                <p:nvPr/>
              </p:nvSpPr>
              <p:spPr>
                <a:xfrm>
                  <a:off x="6026578" y="115666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0" name="Google Shape;47;p2">
                  <a:extLst>
                    <a:ext uri="{FF2B5EF4-FFF2-40B4-BE49-F238E27FC236}">
                      <a16:creationId xmlns="" xmlns:a16="http://schemas.microsoft.com/office/drawing/2014/main" id="{E8CC9484-49CF-1231-E7EA-18F0BC179853}"/>
                    </a:ext>
                  </a:extLst>
                </p:cNvPr>
                <p:cNvSpPr txBox="1"/>
                <p:nvPr/>
              </p:nvSpPr>
              <p:spPr>
                <a:xfrm>
                  <a:off x="4667787" y="294554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11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1" name="Google Shape;48;p2">
                  <a:extLst>
                    <a:ext uri="{FF2B5EF4-FFF2-40B4-BE49-F238E27FC236}">
                      <a16:creationId xmlns="" xmlns:a16="http://schemas.microsoft.com/office/drawing/2014/main" id="{1252665C-5F25-50F0-B4C6-0A3FB2D4A8AC}"/>
                    </a:ext>
                  </a:extLst>
                </p:cNvPr>
                <p:cNvSpPr txBox="1"/>
                <p:nvPr/>
              </p:nvSpPr>
              <p:spPr>
                <a:xfrm>
                  <a:off x="6017176" y="294318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12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2" name="Google Shape;49;p2">
                  <a:extLst>
                    <a:ext uri="{FF2B5EF4-FFF2-40B4-BE49-F238E27FC236}">
                      <a16:creationId xmlns="" xmlns:a16="http://schemas.microsoft.com/office/drawing/2014/main" id="{A1E8AA39-180F-7517-1D3D-A5AA2D784A86}"/>
                    </a:ext>
                  </a:extLst>
                </p:cNvPr>
                <p:cNvSpPr txBox="1"/>
                <p:nvPr/>
              </p:nvSpPr>
              <p:spPr>
                <a:xfrm>
                  <a:off x="624804" y="651427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22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3" name="Google Shape;50;p2">
                  <a:extLst>
                    <a:ext uri="{FF2B5EF4-FFF2-40B4-BE49-F238E27FC236}">
                      <a16:creationId xmlns="" xmlns:a16="http://schemas.microsoft.com/office/drawing/2014/main" id="{3524CA58-FBEA-B15E-0BFE-596FB186918C}"/>
                    </a:ext>
                  </a:extLst>
                </p:cNvPr>
                <p:cNvSpPr txBox="1"/>
                <p:nvPr/>
              </p:nvSpPr>
              <p:spPr>
                <a:xfrm>
                  <a:off x="1975618" y="651427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4" name="Google Shape;51;p2">
                  <a:extLst>
                    <a:ext uri="{FF2B5EF4-FFF2-40B4-BE49-F238E27FC236}">
                      <a16:creationId xmlns="" xmlns:a16="http://schemas.microsoft.com/office/drawing/2014/main" id="{477F1C95-1A35-F4A5-CA63-B444EAD506E4}"/>
                    </a:ext>
                  </a:extLst>
                </p:cNvPr>
                <p:cNvSpPr txBox="1"/>
                <p:nvPr/>
              </p:nvSpPr>
              <p:spPr>
                <a:xfrm>
                  <a:off x="618003" y="472186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5" name="Google Shape;52;p2">
                  <a:extLst>
                    <a:ext uri="{FF2B5EF4-FFF2-40B4-BE49-F238E27FC236}">
                      <a16:creationId xmlns="" xmlns:a16="http://schemas.microsoft.com/office/drawing/2014/main" id="{234CAFBB-4FB3-330B-EFA7-D94ED00DEAFC}"/>
                    </a:ext>
                  </a:extLst>
                </p:cNvPr>
                <p:cNvSpPr txBox="1"/>
                <p:nvPr/>
              </p:nvSpPr>
              <p:spPr>
                <a:xfrm>
                  <a:off x="4652166" y="472422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18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6" name="Google Shape;53;p2">
                  <a:extLst>
                    <a:ext uri="{FF2B5EF4-FFF2-40B4-BE49-F238E27FC236}">
                      <a16:creationId xmlns="" xmlns:a16="http://schemas.microsoft.com/office/drawing/2014/main" id="{D62E2A19-8493-4418-9F24-377DE04E4822}"/>
                    </a:ext>
                  </a:extLst>
                </p:cNvPr>
                <p:cNvSpPr txBox="1"/>
                <p:nvPr/>
              </p:nvSpPr>
              <p:spPr>
                <a:xfrm>
                  <a:off x="6001555" y="472186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19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7" name="Google Shape;54;p2">
                  <a:extLst>
                    <a:ext uri="{FF2B5EF4-FFF2-40B4-BE49-F238E27FC236}">
                      <a16:creationId xmlns="" xmlns:a16="http://schemas.microsoft.com/office/drawing/2014/main" id="{18C5B212-DADC-1310-AA28-2342DBDA901B}"/>
                    </a:ext>
                  </a:extLst>
                </p:cNvPr>
                <p:cNvSpPr txBox="1"/>
                <p:nvPr/>
              </p:nvSpPr>
              <p:spPr>
                <a:xfrm>
                  <a:off x="3306844" y="6509773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8" name="Google Shape;55;p2">
                  <a:extLst>
                    <a:ext uri="{FF2B5EF4-FFF2-40B4-BE49-F238E27FC236}">
                      <a16:creationId xmlns="" xmlns:a16="http://schemas.microsoft.com/office/drawing/2014/main" id="{5BA08C42-EBA3-18B6-FCA4-C19EBA1B2586}"/>
                    </a:ext>
                  </a:extLst>
                </p:cNvPr>
                <p:cNvSpPr txBox="1"/>
                <p:nvPr/>
              </p:nvSpPr>
              <p:spPr>
                <a:xfrm>
                  <a:off x="4657658" y="650977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9" name="Google Shape;56;p2">
                  <a:extLst>
                    <a:ext uri="{FF2B5EF4-FFF2-40B4-BE49-F238E27FC236}">
                      <a16:creationId xmlns="" xmlns:a16="http://schemas.microsoft.com/office/drawing/2014/main" id="{04217DA5-F11F-3188-DA5F-CB119DD79B30}"/>
                    </a:ext>
                  </a:extLst>
                </p:cNvPr>
                <p:cNvSpPr txBox="1"/>
                <p:nvPr/>
              </p:nvSpPr>
              <p:spPr>
                <a:xfrm>
                  <a:off x="6010362" y="6507380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26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</p:grpSp>
        </p:grpSp>
        <p:sp>
          <p:nvSpPr>
            <p:cNvPr id="251" name="Google Shape;42;p2">
              <a:extLst>
                <a:ext uri="{FF2B5EF4-FFF2-40B4-BE49-F238E27FC236}">
                  <a16:creationId xmlns="" xmlns:a16="http://schemas.microsoft.com/office/drawing/2014/main" id="{D3ABBF6A-4940-94AC-EF1F-9033FBD0DEC7}"/>
                </a:ext>
              </a:extLst>
            </p:cNvPr>
            <p:cNvSpPr txBox="1"/>
            <p:nvPr/>
          </p:nvSpPr>
          <p:spPr>
            <a:xfrm>
              <a:off x="1991044" y="295868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52" name="Google Shape;42;p2">
              <a:extLst>
                <a:ext uri="{FF2B5EF4-FFF2-40B4-BE49-F238E27FC236}">
                  <a16:creationId xmlns="" xmlns:a16="http://schemas.microsoft.com/office/drawing/2014/main" id="{D3ABBF6A-4940-94AC-EF1F-9033FBD0DEC7}"/>
                </a:ext>
              </a:extLst>
            </p:cNvPr>
            <p:cNvSpPr txBox="1"/>
            <p:nvPr/>
          </p:nvSpPr>
          <p:spPr>
            <a:xfrm>
              <a:off x="3342984" y="296651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10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53" name="Google Shape;51;p2">
              <a:extLst>
                <a:ext uri="{FF2B5EF4-FFF2-40B4-BE49-F238E27FC236}">
                  <a16:creationId xmlns="" xmlns:a16="http://schemas.microsoft.com/office/drawing/2014/main" id="{477F1C95-1A35-F4A5-CA63-B444EAD506E4}"/>
                </a:ext>
              </a:extLst>
            </p:cNvPr>
            <p:cNvSpPr txBox="1"/>
            <p:nvPr/>
          </p:nvSpPr>
          <p:spPr>
            <a:xfrm>
              <a:off x="1991044" y="473735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54" name="Google Shape;51;p2">
              <a:extLst>
                <a:ext uri="{FF2B5EF4-FFF2-40B4-BE49-F238E27FC236}">
                  <a16:creationId xmlns="" xmlns:a16="http://schemas.microsoft.com/office/drawing/2014/main" id="{477F1C95-1A35-F4A5-CA63-B444EAD506E4}"/>
                </a:ext>
              </a:extLst>
            </p:cNvPr>
            <p:cNvSpPr txBox="1"/>
            <p:nvPr/>
          </p:nvSpPr>
          <p:spPr>
            <a:xfrm>
              <a:off x="3342984" y="473331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</p:spTree>
    <p:extLst>
      <p:ext uri="{BB962C8B-B14F-4D97-AF65-F5344CB8AC3E}">
        <p14:creationId xmlns="" xmlns:p14="http://schemas.microsoft.com/office/powerpoint/2010/main" val="1400966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1464</TotalTime>
  <Words>799</Words>
  <Application>Microsoft Office PowerPoint</Application>
  <PresentationFormat>사용자 지정</PresentationFormat>
  <Paragraphs>233</Paragraphs>
  <Slides>1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Office 테마</vt:lpstr>
      <vt:lpstr>슬라이드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172</cp:revision>
  <cp:lastPrinted>2026-03-10T05:09:50Z</cp:lastPrinted>
  <dcterms:modified xsi:type="dcterms:W3CDTF">2026-05-22T03:04:09Z</dcterms:modified>
</cp:coreProperties>
</file>