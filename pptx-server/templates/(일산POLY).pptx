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"/>
  </p:notesMasterIdLst>
  <p:sldIdLst>
    <p:sldId id="274" r:id="rId2"/>
    <p:sldId id="273" r:id="rId3"/>
    <p:sldId id="276" r:id="rId4"/>
    <p:sldId id="275" r:id="rId5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79" autoAdjust="0"/>
    <p:restoredTop sz="93508" autoAdjust="0"/>
  </p:normalViewPr>
  <p:slideViewPr>
    <p:cSldViewPr snapToGrid="0">
      <p:cViewPr>
        <p:scale>
          <a:sx n="125" d="100"/>
          <a:sy n="125" d="100"/>
        </p:scale>
        <p:origin x="-1272" y="4416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92891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92891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6418352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641835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3471275092"/>
              </p:ext>
            </p:extLst>
          </p:nvPr>
        </p:nvGraphicFramePr>
        <p:xfrm>
          <a:off x="194988" y="1156203"/>
          <a:ext cx="7166525" cy="889021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90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우리밀찐빵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43741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4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26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2304" y="10116222"/>
            <a:ext cx="7146829" cy="323165"/>
            <a:chOff x="194988" y="9853671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853671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영양사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25" name="그림 2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430502"/>
            <a:ext cx="643770" cy="807807"/>
          </a:xfrm>
          <a:prstGeom prst="rect">
            <a:avLst/>
          </a:prstGeom>
        </p:spPr>
      </p:pic>
      <p:sp>
        <p:nvSpPr>
          <p:cNvPr id="226" name="TextBox 225"/>
          <p:cNvSpPr txBox="1"/>
          <p:nvPr/>
        </p:nvSpPr>
        <p:spPr>
          <a:xfrm>
            <a:off x="3997875" y="840351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3445111" y="932381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168" name="그림 16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592" y="1217545"/>
            <a:ext cx="1335864" cy="1709698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8" name="그룹 1"/>
          <p:cNvGrpSpPr/>
          <p:nvPr/>
        </p:nvGrpSpPr>
        <p:grpSpPr>
          <a:xfrm>
            <a:off x="630121" y="1172160"/>
            <a:ext cx="5684917" cy="7375814"/>
            <a:chOff x="630121" y="1172160"/>
            <a:chExt cx="5684917" cy="7375814"/>
          </a:xfrm>
        </p:grpSpPr>
        <p:grpSp>
          <p:nvGrpSpPr>
            <p:cNvPr id="29" name="그룹 228"/>
            <p:cNvGrpSpPr/>
            <p:nvPr/>
          </p:nvGrpSpPr>
          <p:grpSpPr>
            <a:xfrm>
              <a:off x="630121" y="1172160"/>
              <a:ext cx="5684917" cy="7375814"/>
              <a:chOff x="630121" y="1172160"/>
              <a:chExt cx="5684917" cy="7375814"/>
            </a:xfrm>
          </p:grpSpPr>
          <p:sp>
            <p:nvSpPr>
              <p:cNvPr id="230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231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0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72160"/>
                <a:ext cx="5677110" cy="5588358"/>
                <a:chOff x="618003" y="1156662"/>
                <a:chExt cx="5677110" cy="5588358"/>
              </a:xfrm>
            </p:grpSpPr>
            <p:sp>
              <p:nvSpPr>
                <p:cNvPr id="233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4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5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6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7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8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9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0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455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1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2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142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3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1427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4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5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242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6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7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097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8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0977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9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0738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25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5868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2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665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3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3735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4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333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3471275092"/>
              </p:ext>
            </p:extLst>
          </p:nvPr>
        </p:nvGraphicFramePr>
        <p:xfrm>
          <a:off x="194988" y="1156203"/>
          <a:ext cx="7166525" cy="8955301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6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White rice</a:t>
                      </a:r>
                      <a:endParaRPr lang="ko-KR" altLang="en-US" sz="76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6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Mung</a:t>
                      </a:r>
                      <a:r>
                        <a:rPr lang="en-US" altLang="ko-KR" sz="76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 Bean Jelly soup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Chicken chop steak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Penne salad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6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Fried kelp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6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Cubed radish </a:t>
                      </a:r>
                      <a:r>
                        <a:rPr lang="en-US" altLang="ko-KR" sz="76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kimchi</a:t>
                      </a:r>
                      <a:endParaRPr lang="en-US" altLang="ko-KR" sz="76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6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76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76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76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76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76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76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76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Green pea rice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Soybean paste soup with zucchini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Stir-fried beef and rice cakes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pancake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braised squid with real vegetables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Young radish </a:t>
                      </a:r>
                      <a:r>
                        <a:rPr lang="en-US" altLang="ko-KR" sz="76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endParaRPr lang="ko-KR" altLang="en-US" sz="76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altLang="ko-KR" sz="76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Glutinous barley rice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Soft tofu soup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Tomato spicy stir-fried chicken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Seasoned lettuce salad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Organic seasoned seaweed flakes</a:t>
                      </a:r>
                      <a:endParaRPr lang="ko-KR" altLang="en-US" sz="76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Cubed radish </a:t>
                      </a:r>
                      <a:r>
                        <a:rPr lang="en-US" altLang="ko-KR" sz="76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kimchi</a:t>
                      </a:r>
                      <a:endParaRPr lang="en-US" altLang="ko-KR" sz="76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Seaweed soup with beef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Pork loin cutlet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76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&amp;B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rown</a:t>
                      </a:r>
                      <a:r>
                        <a:rPr lang="en-US" altLang="ko-KR" sz="760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sauce</a:t>
                      </a:r>
                      <a:r>
                        <a:rPr lang="en-US" altLang="ko-KR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Mexican salad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Boiled cashew nut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endParaRPr lang="en-US" altLang="ko-KR" sz="76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76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Boiled egg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  <a:r>
                        <a:rPr lang="en-US" altLang="ko-KR" sz="76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Drinkable Yogurt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6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6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130Kcal</a:t>
                      </a:r>
                      <a:endParaRPr lang="ko-KR" altLang="en-US" sz="76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Fruit, Cheese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115Kcal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76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Castella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Milk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76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Galbi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dumpling</a:t>
                      </a:r>
                      <a:r>
                        <a:rPr lang="ko-KR" altLang="en-US" sz="76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Lemonade</a:t>
                      </a:r>
                      <a:r>
                        <a:rPr lang="ko-KR" altLang="en-US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760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76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  <a:endParaRPr lang="ko-KR" altLang="en-US" sz="76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Mixed fish cake soup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chicken with vegetables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Seasoned cucumber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Grilled laver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endParaRPr lang="en-US" altLang="ko-KR" sz="76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60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Black rice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Beef </a:t>
                      </a: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shabu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soup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Stir-fried shredded pork and bell peppers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Seasoned spinach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Boiled quail egg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Cubed radish </a:t>
                      </a:r>
                      <a:r>
                        <a:rPr lang="en-US" altLang="ko-KR" sz="76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endParaRPr lang="en-US" altLang="ko-KR" sz="76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432Kcal(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56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20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19)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  <a:endParaRPr lang="ko-KR" altLang="en-US" sz="76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Miso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soup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Hamburger steak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Radicchio </a:t>
                      </a: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salad</a:t>
                      </a:r>
                      <a:r>
                        <a:rPr lang="en-US" altLang="ko-KR" sz="76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&amp;O</a:t>
                      </a: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riental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dressing</a:t>
                      </a:r>
                      <a:r>
                        <a:rPr lang="en-US" altLang="ko-KR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seasoned dried </a:t>
                      </a: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pollock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strips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endParaRPr lang="en-US" altLang="ko-KR" sz="76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455Kcal(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20)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Brown rice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Clear </a:t>
                      </a: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soup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Chicken thigh </a:t>
                      </a: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bulgogi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Seasoned mixed mushrooms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Stir-fried anchovies with walnuts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Cubed radish </a:t>
                      </a:r>
                      <a:r>
                        <a:rPr lang="en-US" altLang="ko-KR" sz="76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endParaRPr lang="en-US" altLang="ko-KR" sz="76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470Kcal(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Meat curry rice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Sweet and crunchy fried shrimp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Avocado </a:t>
                      </a: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cobb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salad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burdock root in sweet soy sauce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endParaRPr lang="en-US" altLang="ko-KR" sz="76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464Kcal(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57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16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24)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Granola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Milk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195Kcal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Hot dog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Strawberry juice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76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Fruit, Yogurt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Steamed rice cake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Soy milk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Steamed bun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⑥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Milk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195Kcal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Clear chicken soup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Combination frittata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</a:t>
                      </a:r>
                      <a:endParaRPr lang="en-US" altLang="ko-KR" sz="76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&amp;K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etchup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Seasoned paprika</a:t>
                      </a:r>
                      <a:endParaRPr lang="ko-KR" altLang="en-US" sz="76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Seasoned seaweed flakes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endParaRPr lang="en-US" altLang="ko-KR" sz="76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444Kcal(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55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20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Millet rice</a:t>
                      </a:r>
                      <a:endParaRPr lang="ko-KR" altLang="en-US" sz="76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Soybean paste soup with oyster mushroom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Donsatae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yeongyang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jjim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Aehobak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Namul</a:t>
                      </a:r>
                      <a:endParaRPr lang="en-US" altLang="ko-KR" sz="760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Glazed seed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endParaRPr lang="en-US" altLang="ko-KR" sz="76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438Kcal(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57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20)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Smoked duck fried rice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Tteokbokki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with soup 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Fried dumplings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Dessert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-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Drinkable Yogurt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Crunchy pickled radish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476Kcal(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61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20)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Mixed grain rice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Bean sprouts soup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Stir-fried pork and </a:t>
                      </a: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Seafood green onion pancake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Soft tofu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&amp;Soy sauce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Young radish </a:t>
                      </a:r>
                      <a:r>
                        <a:rPr lang="en-US" altLang="ko-KR" sz="76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endParaRPr lang="ko-KR" altLang="en-US" sz="76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446Kcal(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18)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Meat Tomato Spaghetti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Mozzarella corn dog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1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Dill potato salad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Dessert - jelly stick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Pickled cucumbers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455Kcal(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16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Fruit pudding,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Squeezable yogurt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90Kcal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Glazed donut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Milk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Fruit,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Cheese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115Kcal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1" dirty="0" err="1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Bokbunja</a:t>
                      </a:r>
                      <a:r>
                        <a:rPr lang="en-US" altLang="ko-KR" sz="760" b="1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muffin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Milk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Grain bar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Bellflower root and pear juice</a:t>
                      </a:r>
                      <a:endParaRPr lang="ko-KR" altLang="en-US" sz="76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120Kcal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  <a:endParaRPr lang="ko-KR" altLang="en-US" sz="76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Beef and radish soup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Stir-fried antibiotic-free Vienna sausages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Ratatouille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Grilled laver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endParaRPr lang="en-US" altLang="ko-KR" sz="76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438Kcal(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57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Brown rice</a:t>
                      </a:r>
                      <a:endParaRPr lang="ko-KR" altLang="en-US" sz="76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Soybean paste soup with </a:t>
                      </a: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enoki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mushrooms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Bulgogi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Seasoned </a:t>
                      </a: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mung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bean jelly</a:t>
                      </a:r>
                      <a:endParaRPr lang="ko-KR" altLang="en-US" sz="76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Jinmichae</a:t>
                      </a:r>
                      <a:r>
                        <a:rPr lang="en-US" altLang="ko-KR" sz="760" b="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b="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jorim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  <a:endParaRPr lang="en-US" altLang="ko-KR" sz="760" dirty="0" smtClean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Cubed radish </a:t>
                      </a:r>
                      <a:r>
                        <a:rPr lang="en-US" altLang="ko-KR" sz="76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endParaRPr lang="en-US" altLang="ko-KR" sz="76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442Kcal(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55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20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22)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  <a:endParaRPr lang="ko-KR" altLang="en-US" sz="76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Corn cream soup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Boneless chicken cutlet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①②⑤⑥⑮⑯</a:t>
                      </a:r>
                      <a:endParaRPr lang="en-US" altLang="ko-KR" sz="76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honey mustard sauce</a:t>
                      </a:r>
                      <a:r>
                        <a:rPr lang="en-US" altLang="ko-KR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Shiraz salad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Black bean-</a:t>
                      </a:r>
                      <a:r>
                        <a:rPr lang="en-US" altLang="ko-KR" sz="76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jjaban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endParaRPr lang="en-US" altLang="ko-KR" sz="76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465Kcal(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Black rice</a:t>
                      </a:r>
                      <a:endParaRPr lang="ko-KR" altLang="en-US" sz="76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Fried tofu soybean paste soup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pork tenderloin with apple sauce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Seasoned broccoli sesame seeds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Stir-fried anchovies with plum syrup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Young radish </a:t>
                      </a:r>
                      <a:r>
                        <a:rPr lang="en-US" altLang="ko-KR" sz="76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endParaRPr lang="en-US" altLang="ko-KR" sz="76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450Kcal(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Uni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jajang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rice bowl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Fried flounder balls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Cabbage </a:t>
                      </a: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salad</a:t>
                      </a:r>
                      <a:r>
                        <a:rPr lang="en-US" altLang="ko-KR" sz="76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&amp;B</a:t>
                      </a: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lack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sesame dressing</a:t>
                      </a:r>
                      <a:r>
                        <a:rPr lang="en-US" altLang="ko-KR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i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Dessert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-O</a:t>
                      </a:r>
                      <a:r>
                        <a:rPr lang="en-US" altLang="ko-KR" sz="760" i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range juice</a:t>
                      </a:r>
                      <a:endParaRPr lang="ko-KR" altLang="en-US" sz="76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Heart pickled radish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459Kcal(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57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16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24)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Cocoball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cereal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Milk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193Kcal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Fruit, 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Nut mix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145Kcal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Pancake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Milk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153Kcal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Candied sweet potato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Grape juice</a:t>
                      </a:r>
                      <a:endParaRPr lang="ko-KR" altLang="en-US" sz="76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Brown rice </a:t>
                      </a: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madeleine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Milk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76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rice</a:t>
                      </a:r>
                      <a:endParaRPr lang="ko-KR" altLang="en-US" sz="76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Spicy beef soup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Chicken </a:t>
                      </a: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mapo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tofu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Stir-fried fish cake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almond with honey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White </a:t>
                      </a:r>
                      <a:r>
                        <a:rPr lang="en-US" altLang="ko-KR" sz="76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endParaRPr lang="en-US" altLang="ko-KR" sz="76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461Kcal(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56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Millet rice</a:t>
                      </a:r>
                      <a:endParaRPr lang="ko-KR" altLang="en-US" sz="76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Potato soybean paste soup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Braised pork </a:t>
                      </a:r>
                      <a:r>
                        <a:rPr lang="en-US" altLang="ko-KR" sz="76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jangjorim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Acorn jelly salad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Stir-fried dried shrimp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Cubed radish </a:t>
                      </a:r>
                      <a:r>
                        <a:rPr lang="en-US" altLang="ko-KR" sz="76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kimchi</a:t>
                      </a:r>
                      <a:endParaRPr lang="en-US" altLang="ko-KR" sz="76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458Kcal(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20)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43741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Fruit, </a:t>
                      </a: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String cheese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115Kcal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6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Strawberry donut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Milk</a:t>
                      </a:r>
                      <a:r>
                        <a:rPr lang="ko-KR" altLang="en-US" sz="76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6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sz="76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2304" y="10116222"/>
            <a:ext cx="7146829" cy="323165"/>
            <a:chOff x="194988" y="9853671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853671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영양사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25" name="그림 2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430502"/>
            <a:ext cx="643770" cy="807807"/>
          </a:xfrm>
          <a:prstGeom prst="rect">
            <a:avLst/>
          </a:prstGeom>
        </p:spPr>
      </p:pic>
      <p:sp>
        <p:nvSpPr>
          <p:cNvPr id="226" name="TextBox 225"/>
          <p:cNvSpPr txBox="1"/>
          <p:nvPr/>
        </p:nvSpPr>
        <p:spPr>
          <a:xfrm>
            <a:off x="3997875" y="840351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3445111" y="932381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168" name="그림 16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592" y="1209925"/>
            <a:ext cx="1335864" cy="1709698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630121" y="1172160"/>
            <a:ext cx="5684917" cy="7375814"/>
            <a:chOff x="630121" y="1172160"/>
            <a:chExt cx="5684917" cy="7375814"/>
          </a:xfrm>
        </p:grpSpPr>
        <p:grpSp>
          <p:nvGrpSpPr>
            <p:cNvPr id="229" name="그룹 228"/>
            <p:cNvGrpSpPr/>
            <p:nvPr/>
          </p:nvGrpSpPr>
          <p:grpSpPr>
            <a:xfrm>
              <a:off x="630121" y="1172160"/>
              <a:ext cx="5684917" cy="7375814"/>
              <a:chOff x="630121" y="1172160"/>
              <a:chExt cx="5684917" cy="7375814"/>
            </a:xfrm>
          </p:grpSpPr>
          <p:sp>
            <p:nvSpPr>
              <p:cNvPr id="230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231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232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72160"/>
                <a:ext cx="5677110" cy="5588358"/>
                <a:chOff x="618003" y="1156662"/>
                <a:chExt cx="5677110" cy="5588358"/>
              </a:xfrm>
            </p:grpSpPr>
            <p:sp>
              <p:nvSpPr>
                <p:cNvPr id="233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4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5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6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7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8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9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0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455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1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2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142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3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1427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4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5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242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6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7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097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8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0977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9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0738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25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5868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2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665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3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3735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4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333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2819704253"/>
              </p:ext>
            </p:extLst>
          </p:nvPr>
        </p:nvGraphicFramePr>
        <p:xfrm>
          <a:off x="194988" y="1156203"/>
          <a:ext cx="7166525" cy="88562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옥수수빵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감자샐러드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샤인머스캣주스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altLang="ko-KR" sz="900" b="0" i="0" u="none" strike="noStrike" cap="none" dirty="0">
                        <a:solidFill>
                          <a:srgbClr val="216A5B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야채핫바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75Kcal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현미쌀강정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9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ko-KR" altLang="en-US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143Kcal</a:t>
                      </a:r>
                      <a:endParaRPr lang="ko-KR" altLang="en-US" sz="9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치즈스틱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102Kcal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인절미꽈배기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사과주스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183Kcal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단호박튀김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호두과자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한라봉주스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유기농콘씨리얼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흑미증편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피쉬어묵바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71407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4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26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091712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4" name="그림 19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422882"/>
            <a:ext cx="643770" cy="807807"/>
          </a:xfrm>
          <a:prstGeom prst="rect">
            <a:avLst/>
          </a:prstGeom>
        </p:spPr>
      </p:pic>
      <p:sp>
        <p:nvSpPr>
          <p:cNvPr id="195" name="TextBox 194"/>
          <p:cNvSpPr txBox="1"/>
          <p:nvPr/>
        </p:nvSpPr>
        <p:spPr>
          <a:xfrm>
            <a:off x="3997875" y="839589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3445111" y="931619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00" name="TextBox 19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168" name="그림 16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592" y="1225239"/>
            <a:ext cx="1335864" cy="1709698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3565230" y="1490801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8" name="그룹 201"/>
          <p:cNvGrpSpPr/>
          <p:nvPr/>
        </p:nvGrpSpPr>
        <p:grpSpPr>
          <a:xfrm>
            <a:off x="630121" y="1172160"/>
            <a:ext cx="5684917" cy="7375814"/>
            <a:chOff x="630121" y="1172160"/>
            <a:chExt cx="5684917" cy="7375814"/>
          </a:xfrm>
        </p:grpSpPr>
        <p:grpSp>
          <p:nvGrpSpPr>
            <p:cNvPr id="29" name="그룹 202"/>
            <p:cNvGrpSpPr/>
            <p:nvPr/>
          </p:nvGrpSpPr>
          <p:grpSpPr>
            <a:xfrm>
              <a:off x="630121" y="1172160"/>
              <a:ext cx="5684917" cy="7375814"/>
              <a:chOff x="630121" y="1172160"/>
              <a:chExt cx="5684917" cy="7375814"/>
            </a:xfrm>
          </p:grpSpPr>
          <p:sp>
            <p:nvSpPr>
              <p:cNvPr id="208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209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0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72160"/>
                <a:ext cx="5677110" cy="5588358"/>
                <a:chOff x="618003" y="1156662"/>
                <a:chExt cx="5677110" cy="5588358"/>
              </a:xfrm>
            </p:grpSpPr>
            <p:sp>
              <p:nvSpPr>
                <p:cNvPr id="211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2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3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4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5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6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7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8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455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9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0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142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1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1427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2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3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242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4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5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097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6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0977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7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0738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204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5868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5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665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6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3735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7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333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3512139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2819704253"/>
              </p:ext>
            </p:extLst>
          </p:nvPr>
        </p:nvGraphicFramePr>
        <p:xfrm>
          <a:off x="194988" y="1156203"/>
          <a:ext cx="7166525" cy="88562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Corn bread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①②⑤⑥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Milk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140Kcal</a:t>
                      </a: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Potato salad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Shine </a:t>
                      </a:r>
                      <a:r>
                        <a:rPr lang="en-US" altLang="ko-KR" sz="9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muscat</a:t>
                      </a: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juice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140Kcal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altLang="ko-KR" sz="90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Vegetable hot bar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B</a:t>
                      </a: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arley tea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75Kcal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Brown rice </a:t>
                      </a:r>
                      <a:r>
                        <a:rPr lang="en-US" altLang="ko-KR" sz="9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gangjeong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Milk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ko-KR" altLang="en-US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143Kcal</a:t>
                      </a:r>
                      <a:endParaRPr lang="ko-KR" altLang="en-US" sz="9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Cheese stick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B</a:t>
                      </a: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arley tea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102Kcal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Sweet potato bar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Milk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135Kcal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Injeolmi</a:t>
                      </a:r>
                      <a:endParaRPr lang="en-US" altLang="ko-KR" sz="900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kkwabaegi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Apple juice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183Kcal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Fried sweet pumpkin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Milk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150Kcal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Fruit, </a:t>
                      </a: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String cheese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115Kcal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Walnut cake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①②⑤⑥⑭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Milk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Steamed potato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en-US" altLang="ko-KR" sz="9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Hallabong</a:t>
                      </a: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juice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120Kcal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Corn cereal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Milk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190Kcal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Baked egg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B</a:t>
                      </a: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arley tea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Fruit,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Milk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Chiffon cake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Prune juice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Black rice </a:t>
                      </a:r>
                      <a:r>
                        <a:rPr lang="en-US" altLang="ko-KR" sz="9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jeungpyeon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Milk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135Kcal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Fish cake bar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S</a:t>
                      </a: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oy milk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150Kcal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Heart pie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Milk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215Kcal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Fruit, </a:t>
                      </a:r>
                      <a:r>
                        <a:rPr lang="en-US" altLang="ko-KR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Yogur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171407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Brown rice cereal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Milk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190Kcal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Ragu croquette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②⑤⑥⑫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B</a:t>
                      </a: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arley tea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100Kcal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4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26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091712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4" name="그림 19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422882"/>
            <a:ext cx="643770" cy="807807"/>
          </a:xfrm>
          <a:prstGeom prst="rect">
            <a:avLst/>
          </a:prstGeom>
        </p:spPr>
      </p:pic>
      <p:sp>
        <p:nvSpPr>
          <p:cNvPr id="195" name="TextBox 194"/>
          <p:cNvSpPr txBox="1"/>
          <p:nvPr/>
        </p:nvSpPr>
        <p:spPr>
          <a:xfrm>
            <a:off x="3997875" y="839589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3445111" y="931619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00" name="TextBox 19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168" name="그림 16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28592" y="1209999"/>
            <a:ext cx="1335864" cy="1709698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3565230" y="1490801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8" name="그룹 201"/>
          <p:cNvGrpSpPr/>
          <p:nvPr/>
        </p:nvGrpSpPr>
        <p:grpSpPr>
          <a:xfrm>
            <a:off x="630121" y="1172160"/>
            <a:ext cx="5684917" cy="7375814"/>
            <a:chOff x="630121" y="1172160"/>
            <a:chExt cx="5684917" cy="7375814"/>
          </a:xfrm>
        </p:grpSpPr>
        <p:grpSp>
          <p:nvGrpSpPr>
            <p:cNvPr id="29" name="그룹 202"/>
            <p:cNvGrpSpPr/>
            <p:nvPr/>
          </p:nvGrpSpPr>
          <p:grpSpPr>
            <a:xfrm>
              <a:off x="630121" y="1172160"/>
              <a:ext cx="5684917" cy="7375814"/>
              <a:chOff x="630121" y="1172160"/>
              <a:chExt cx="5684917" cy="7375814"/>
            </a:xfrm>
          </p:grpSpPr>
          <p:sp>
            <p:nvSpPr>
              <p:cNvPr id="208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209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0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72160"/>
                <a:ext cx="5677110" cy="5588358"/>
                <a:chOff x="618003" y="1156662"/>
                <a:chExt cx="5677110" cy="5588358"/>
              </a:xfrm>
            </p:grpSpPr>
            <p:sp>
              <p:nvSpPr>
                <p:cNvPr id="211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2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3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4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5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6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7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8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455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9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0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142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1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1427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2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3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242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4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5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097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6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0977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7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0738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204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295868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5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42984" y="29665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6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3735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7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42984" y="47333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3512139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1577</TotalTime>
  <Words>2655</Words>
  <Application>Microsoft Office PowerPoint</Application>
  <PresentationFormat>사용자 지정</PresentationFormat>
  <Paragraphs>650</Paragraphs>
  <Slides>4</Slides>
  <Notes>4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슬라이드 1</vt:lpstr>
      <vt:lpstr>슬라이드 2</vt:lpstr>
      <vt:lpstr>슬라이드 3</vt:lpstr>
      <vt:lpstr>슬라이드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216</cp:revision>
  <cp:lastPrinted>2026-03-10T05:09:50Z</cp:lastPrinted>
  <dcterms:modified xsi:type="dcterms:W3CDTF">2026-05-22T06:05:38Z</dcterms:modified>
</cp:coreProperties>
</file>