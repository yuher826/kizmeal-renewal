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50" d="100"/>
          <a:sy n="150" d="100"/>
        </p:scale>
        <p:origin x="-278" y="439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103193087"/>
              </p:ext>
            </p:extLst>
          </p:nvPr>
        </p:nvGraphicFramePr>
        <p:xfrm>
          <a:off x="194988" y="1156203"/>
          <a:ext cx="7166525" cy="8964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85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85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유기농콘씨리얼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32656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598142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7875" y="857115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5111" y="949145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158240"/>
            <a:ext cx="1335864" cy="177991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72160"/>
            <a:ext cx="5684917" cy="7388006"/>
            <a:chOff x="630121" y="1172160"/>
            <a:chExt cx="5684917" cy="7388006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72160"/>
              <a:ext cx="5684917" cy="7388006"/>
              <a:chOff x="630121" y="1172160"/>
              <a:chExt cx="5684917" cy="7388006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29424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7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329424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109" y="1172160"/>
                <a:ext cx="5677929" cy="5577690"/>
                <a:chOff x="617184" y="1156662"/>
                <a:chExt cx="5677929" cy="5577690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607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7184" y="650361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67998" y="650360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68833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69069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68833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299224" y="64991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0038" y="64991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02742" y="64967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83424" y="29739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35364" y="29817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0383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27744" y="46997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1429</TotalTime>
  <Words>942</Words>
  <Application>Microsoft Office PowerPoint</Application>
  <PresentationFormat>사용자 지정</PresentationFormat>
  <Paragraphs>287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170</cp:revision>
  <cp:lastPrinted>2026-03-10T05:09:50Z</cp:lastPrinted>
  <dcterms:modified xsi:type="dcterms:W3CDTF">2026-05-26T01:02:53Z</dcterms:modified>
</cp:coreProperties>
</file>