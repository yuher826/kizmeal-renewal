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74" r:id="rId3"/>
    <p:sldId id="275" r:id="rId4"/>
    <p:sldId id="276" r:id="rId5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21" y="231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9247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02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03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1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endParaRPr lang="en-US" altLang="ko-KR" sz="8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현미강정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산콩두유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endParaRPr lang="ko-KR" altLang="en-US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2286</Words>
  <Application>Microsoft Office PowerPoint</Application>
  <PresentationFormat>사용자 지정</PresentationFormat>
  <Paragraphs>684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2026-05-22T07:18:29Z</dcterms:modified>
</cp:coreProperties>
</file>