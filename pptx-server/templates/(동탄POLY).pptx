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874" y="312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896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endParaRPr lang="en-US" altLang="ko-KR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75Kcal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32656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5824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388006"/>
            <a:chOff x="630121" y="1172160"/>
            <a:chExt cx="5684917" cy="7388006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388006"/>
              <a:chOff x="630121" y="1172160"/>
              <a:chExt cx="5684917" cy="7388006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2942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29424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577690"/>
                <a:chOff x="617184" y="1156662"/>
                <a:chExt cx="5677929" cy="5577690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0361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0360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6883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69069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68833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4991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4991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4967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0383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6997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870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170</cp:revision>
  <cp:lastPrinted>2026-03-10T05:09:50Z</cp:lastPrinted>
  <dcterms:modified xsi:type="dcterms:W3CDTF">2026-05-22T06:02:55Z</dcterms:modified>
</cp:coreProperties>
</file>