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82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5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8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14854"/>
            <a:chOff x="630121" y="1172160"/>
            <a:chExt cx="5684917" cy="731485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14854"/>
              <a:chOff x="630121" y="1172160"/>
              <a:chExt cx="5684917" cy="731485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35018"/>
                <a:chOff x="618003" y="1156662"/>
                <a:chExt cx="5677110" cy="553501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226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6093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6093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013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564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5643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5404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358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360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1449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35364" y="47104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2603</TotalTime>
  <Words>797</Words>
  <Application>Microsoft Office PowerPoint</Application>
  <PresentationFormat>사용자 지정</PresentationFormat>
  <Paragraphs>234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201</cp:revision>
  <cp:lastPrinted>2026-03-10T05:09:50Z</cp:lastPrinted>
  <dcterms:modified xsi:type="dcterms:W3CDTF">2026-05-22T05:46:52Z</dcterms:modified>
</cp:coreProperties>
</file>