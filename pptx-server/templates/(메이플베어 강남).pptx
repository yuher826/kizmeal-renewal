
<file path=[Content_Types].xml><?xml version="1.0" encoding="utf-8"?>
<Types xmlns="http://schemas.openxmlformats.org/package/2006/content-types">
  <Override PartName="/ppt/notesSlides/notesSlide1.xml" ContentType="application/vnd.openxmlformats-officedocument.presentationml.notesSlide+xml"/>
  <Default Extension="png" ContentType="image/png"/>
  <Override PartName="/ppt/metadata" ContentType="application/binary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72" r:id="rId2"/>
  </p:sldIdLst>
  <p:sldSz cx="7556500" cy="10680700"/>
  <p:notesSz cx="6797675" cy="99298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="" xmlns:p14="http://schemas.microsoft.com/office/powerpoint/2010/main">
        <p14:section name="기본 구역" id="{A5A911D7-4F61-4865-8A33-073C18BA13D9}">
          <p14:sldIdLst>
            <p14:sldId id="272"/>
            <p14:sldId id="273"/>
            <p14:sldId id="274"/>
          </p14:sldIdLst>
        </p14:section>
      </p14:sectionLst>
    </p:ext>
    <p:ext uri="{EFAFB233-063F-42B5-8137-9DF3F51BA10A}">
      <p15:sldGuideLst xmlns=""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7" roundtripDataSignature="AMtx7mh80d2vw0XkS1dWdjt+YBB98uHa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216A5B"/>
    <a:srgbClr val="F0F8F3"/>
    <a:srgbClr val="146152"/>
    <a:srgbClr val="006600"/>
    <a:srgbClr val="FF3300"/>
    <a:srgbClr val="339966"/>
    <a:srgbClr val="336600"/>
    <a:srgbClr val="84B29C"/>
    <a:srgbClr val="339933"/>
    <a:srgbClr val="F2EEE8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CD827EC-5CFA-433B-8004-491D8FC1E32A}">
  <a:tblStyle styleId="{0CD827EC-5CFA-433B-8004-491D8FC1E32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 b="off" i="off"/>
      <a:tcStyle>
        <a:tcBdr/>
        <a:fill>
          <a:solidFill>
            <a:srgbClr val="FFFFFF"/>
          </a:solidFill>
        </a:fill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Col>
    <a:la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041" autoAdjust="0"/>
    <p:restoredTop sz="93508" autoAdjust="0"/>
  </p:normalViewPr>
  <p:slideViewPr>
    <p:cSldViewPr snapToGrid="0">
      <p:cViewPr>
        <p:scale>
          <a:sx n="100" d="100"/>
          <a:sy n="100" d="100"/>
        </p:scale>
        <p:origin x="-274" y="2246"/>
      </p:cViewPr>
      <p:guideLst>
        <p:guide orient="horz" pos="3364"/>
        <p:guide pos="23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21" Type="http://schemas.openxmlformats.org/officeDocument/2006/relationships/tableStyles" Target="tableStyles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1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81213" y="744538"/>
            <a:ext cx="2635250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="" xmlns:a16="http://schemas.microsoft.com/office/drawing/2014/main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="" xmlns:a16="http://schemas.microsoft.com/office/drawing/2014/main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="" xmlns:a16="http://schemas.microsoft.com/office/drawing/2014/main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="" xmlns:p14="http://schemas.microsoft.com/office/powerpoint/2010/main" val="8079570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marL="1371600" lvl="2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marL="1828800" lvl="3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marL="2286000" lvl="4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marL="2743200" lvl="5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marL="3200400" lvl="6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marL="3657600" lvl="7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marL="4114800" lvl="8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="" xmlns:a16="http://schemas.microsoft.com/office/drawing/2014/main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="" xmlns:a16="http://schemas.microsoft.com/office/drawing/2014/main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ko-KR" altLang="en-US" sz="1200" dirty="0" err="1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메이플베어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22" name="Google Shape;22;p2">
            <a:extLst>
              <a:ext uri="{FF2B5EF4-FFF2-40B4-BE49-F238E27FC236}">
                <a16:creationId xmlns="" xmlns:a16="http://schemas.microsoft.com/office/drawing/2014/main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</a:t>
            </a:r>
            <a:r>
              <a:rPr lang="en-US" sz="1500" dirty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JUN.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graphicFrame>
        <p:nvGraphicFramePr>
          <p:cNvPr id="17" name="Google Shape;17;p2">
            <a:extLst>
              <a:ext uri="{FF2B5EF4-FFF2-40B4-BE49-F238E27FC236}">
                <a16:creationId xmlns="" xmlns:a16="http://schemas.microsoft.com/office/drawing/2014/main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="" xmlns:p14="http://schemas.microsoft.com/office/powerpoint/2010/main" val="2103193087"/>
              </p:ext>
            </p:extLst>
          </p:nvPr>
        </p:nvGraphicFramePr>
        <p:xfrm>
          <a:off x="194988" y="1156203"/>
          <a:ext cx="7166525" cy="9054000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1198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청포묵국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닭고기찹스테이크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②⑤⑫⑮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펜네샐러드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⑤⑥⑬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다시마튀각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깍두기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466Kcal(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16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23)</a:t>
                      </a:r>
                      <a:endParaRPr lang="ko-KR" altLang="en-US" sz="85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햇완두콩밥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호박된장국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소고기떡볶음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김치전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⑤⑥⑨⑯⑰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오징어실채조림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흰열무김치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448Kcal(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17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21)</a:t>
                      </a:r>
                      <a:endParaRPr sz="85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endParaRPr lang="en-US" sz="850" b="0" i="0" u="none" strike="noStrike" cap="none" dirty="0">
                        <a:solidFill>
                          <a:srgbClr val="216A5B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찰보리밥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순두부국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토마토닭갈비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⑫⑮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상추야채무침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유기농김자반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깍두기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470Kcal(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54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17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25)</a:t>
                      </a:r>
                      <a:endParaRPr sz="85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소고기미역국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돈등심까스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①⑤⑥⑩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브라운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②⑤⑥⑩⑫⑮⑯⑱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멕시칸샐러드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캐슈넛조림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443Kcal(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17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23)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7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삶은계란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</a:t>
                      </a:r>
                      <a:r>
                        <a:rPr lang="en-US" altLang="ko-KR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유기농요구르트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130Kcal</a:t>
                      </a:r>
                      <a:endParaRPr lang="ko-KR" altLang="en-US" sz="7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유기농치즈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우리밀카스테라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166Kcal</a:t>
                      </a:r>
                      <a:endParaRPr sz="7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갈비만두</a:t>
                      </a:r>
                      <a:r>
                        <a:rPr lang="ko-KR" altLang="en-US" sz="7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⑤⑥⑩⑮⑯⑱</a:t>
                      </a:r>
                      <a:r>
                        <a:rPr lang="en-US" altLang="ko-KR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 </a:t>
                      </a:r>
                      <a:r>
                        <a:rPr lang="ko-KR" altLang="en-US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레몬에이드</a:t>
                      </a:r>
                    </a:p>
                    <a:p>
                      <a:pPr algn="ctr"/>
                      <a:r>
                        <a:rPr lang="ko-KR" altLang="en-US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175Kcal</a:t>
                      </a:r>
                      <a:endParaRPr lang="ko-KR" altLang="en-US" sz="700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7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옥수수빵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①②⑤⑥</a:t>
                      </a:r>
                      <a:r>
                        <a:rPr lang="en-US" altLang="ko-KR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140Kcal</a:t>
                      </a:r>
                      <a:endParaRPr lang="ko-KR" altLang="en-US" sz="7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감자샐러드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①⑤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샤인머스캣주스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140Kcal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야채핫바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①⑤</a:t>
                      </a:r>
                      <a:r>
                        <a:rPr lang="en-US" altLang="ko-KR" sz="7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유기농보리차</a:t>
                      </a:r>
                      <a:endParaRPr lang="ko-KR" altLang="en-US" sz="7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75Kcal</a:t>
                      </a:r>
                      <a:endParaRPr sz="7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현미쌀강정</a:t>
                      </a:r>
                      <a:r>
                        <a:rPr lang="ko-KR" altLang="en-US" sz="7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en-US" altLang="ko-KR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 </a:t>
                      </a:r>
                      <a:r>
                        <a:rPr lang="ko-KR" altLang="en-US" sz="7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7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algn="ctr"/>
                      <a:r>
                        <a:rPr lang="ko-KR" altLang="en-US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143Kcal</a:t>
                      </a:r>
                      <a:endParaRPr lang="ko-KR" altLang="en-US" sz="700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198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모듬어묵국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안동찜닭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오이지무침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463Kcal(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18)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소고기샤브국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돈채피망볶음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시금치나물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메추리알조림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432Kcal(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미소시루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함박스테이크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라디치오샐러드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오리엔탈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명엽채조림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455Kcal(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맑은김칫국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닭다리살불고기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모둠버섯나물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호두살멸치볶음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⑤⑥⑭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흰깍두기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미트카레라이스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새우살강정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아보카도콥샐러드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우엉엿장조림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464Kcal(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24)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그래놀라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우리밀핫도그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①②⑤⑥⑩⑮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딸기주스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유기농요거트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방울증편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우리밀찐빵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치즈스틱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102Kcal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고구마바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인절미꽈배기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사과주스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183Kcal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단호박튀김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1198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맑은닭곰탕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콤비네이션프리타타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케찹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파프리카무침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유기농김자반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444Kcal(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느타리된장국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돈사태영양찜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애호박나물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씨앗조림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훈제오리볶음밥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국물떡볶이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만두튀김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꼬들단무지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476Kcal(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콩나물국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돈육김치볶음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해물파전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①⑤⑥⑰⑱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연두부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양념장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446Kcal(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미트토마토스파게티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⑩⑫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모짜렐라핫도그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1" i="0" u="none" strike="noStrike" cap="none" dirty="0" err="1" smtClean="0">
                          <a:solidFill>
                            <a:srgbClr val="216A5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딜감자샐러드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젤리스틱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오이피클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455Kcal(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과일푸딩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짜먹는요거트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90Kcal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글레이즈도넛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유기농치즈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경주빵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곡물바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배도라지주스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호두과자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①②⑤⑥⑭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endParaRPr lang="en-US" altLang="ko-KR" sz="7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찐감자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한라봉주스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유기농콘씨리얼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구운계란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75Kcal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1198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소고기뭇국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무항생제비엔나볶음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라따뚜이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팽이된장국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돈육불고기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청포묵무침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진미채조림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442Kcal(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콘크림스프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순살치킨까스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①②⑤⑥⑮⑯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허니머스터드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쉬라즈샐러드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검은콩자반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465Kcal(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유부된장국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돈안심사과소스조림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브로콜리깨무침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매실청잔멸치볶음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유니자장덮밥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가자미볼튀김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양배추샐러드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흑임자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오렌지주스</a:t>
                      </a:r>
                      <a:endParaRPr lang="ko-KR" altLang="en-US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하트단무지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24)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유기농코코볼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193Kcal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견과믹스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②⑤⑥⑭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1" i="0" u="none" strike="noStrike" cap="none" dirty="0" err="1" smtClean="0">
                          <a:solidFill>
                            <a:srgbClr val="216A5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복분자머핀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153Kcal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고구마맛탕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포도주스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현미마들렌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쉬폰케이크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유기농푸룬주스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흑미증편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smtClean="0">
                          <a:solidFill>
                            <a:srgbClr val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피쉬어묵바</a:t>
                      </a:r>
                      <a:r>
                        <a:rPr lang="ko-KR" altLang="en-US" sz="700" b="0" i="0" u="none" strike="noStrike" cap="none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하트파이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유기농요거트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1"/>
                  </a:ext>
                </a:extLst>
              </a:tr>
              <a:tr h="1198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소고기육개장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닭고기마파두부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어묵채볶음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아몬드꿀조림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백김치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461Kcal(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감자된장국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돈육장조림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도토리묵무침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건새우볶음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딸기도넛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3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현미쌀씨리얼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라구크로켓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②⑤⑥⑫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4"/>
                  </a:ext>
                </a:extLst>
              </a:tr>
            </a:tbl>
          </a:graphicData>
        </a:graphic>
      </p:graphicFrame>
      <p:grpSp>
        <p:nvGrpSpPr>
          <p:cNvPr id="64" name="Google Shape;64;p2">
            <a:extLst>
              <a:ext uri="{FF2B5EF4-FFF2-40B4-BE49-F238E27FC236}">
                <a16:creationId xmlns="" xmlns:a16="http://schemas.microsoft.com/office/drawing/2014/main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65" name="Google Shape;65;p2">
              <a:extLst>
                <a:ext uri="{FF2B5EF4-FFF2-40B4-BE49-F238E27FC236}">
                  <a16:creationId xmlns="" xmlns:a16="http://schemas.microsoft.com/office/drawing/2014/main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="" xmlns:a16="http://schemas.microsoft.com/office/drawing/2014/main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="" xmlns:a16="http://schemas.microsoft.com/office/drawing/2014/main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="" xmlns:a16="http://schemas.microsoft.com/office/drawing/2014/main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="" xmlns:a16="http://schemas.microsoft.com/office/drawing/2014/main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="" xmlns:a16="http://schemas.microsoft.com/office/drawing/2014/main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="" xmlns:a16="http://schemas.microsoft.com/office/drawing/2014/main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="" xmlns:a16="http://schemas.microsoft.com/office/drawing/2014/main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="" xmlns:a16="http://schemas.microsoft.com/office/drawing/2014/main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="" xmlns:a16="http://schemas.microsoft.com/office/drawing/2014/main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="" xmlns:a16="http://schemas.microsoft.com/office/drawing/2014/main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="" xmlns:a16="http://schemas.microsoft.com/office/drawing/2014/main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="" xmlns:a16="http://schemas.microsoft.com/office/drawing/2014/main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="" xmlns:a16="http://schemas.microsoft.com/office/drawing/2014/main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="" xmlns:a16="http://schemas.microsoft.com/office/drawing/2014/main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="" xmlns:a16="http://schemas.microsoft.com/office/drawing/2014/main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81" name="Google Shape;81;p2">
              <a:extLst>
                <a:ext uri="{FF2B5EF4-FFF2-40B4-BE49-F238E27FC236}">
                  <a16:creationId xmlns="" xmlns:a16="http://schemas.microsoft.com/office/drawing/2014/main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="" xmlns:a16="http://schemas.microsoft.com/office/drawing/2014/main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="" xmlns:a16="http://schemas.microsoft.com/office/drawing/2014/main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="" xmlns:a16="http://schemas.microsoft.com/office/drawing/2014/main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="" xmlns:a16="http://schemas.microsoft.com/office/drawing/2014/main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="" xmlns:a16="http://schemas.microsoft.com/office/drawing/2014/main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="" xmlns:a16="http://schemas.microsoft.com/office/drawing/2014/main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="" xmlns:a16="http://schemas.microsoft.com/office/drawing/2014/main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="" xmlns:a16="http://schemas.microsoft.com/office/drawing/2014/main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="" xmlns:a16="http://schemas.microsoft.com/office/drawing/2014/main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="" xmlns:a16="http://schemas.microsoft.com/office/drawing/2014/main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2" name="Google Shape;92;p2">
              <a:extLst>
                <a:ext uri="{FF2B5EF4-FFF2-40B4-BE49-F238E27FC236}">
                  <a16:creationId xmlns="" xmlns:a16="http://schemas.microsoft.com/office/drawing/2014/main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="" xmlns:a16="http://schemas.microsoft.com/office/drawing/2014/main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="" xmlns:a16="http://schemas.microsoft.com/office/drawing/2014/main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="" xmlns:a16="http://schemas.microsoft.com/office/drawing/2014/main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="" xmlns:a16="http://schemas.microsoft.com/office/drawing/2014/main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="" xmlns:a16="http://schemas.microsoft.com/office/drawing/2014/main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="" xmlns:a16="http://schemas.microsoft.com/office/drawing/2014/main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="" xmlns:a16="http://schemas.microsoft.com/office/drawing/2014/main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="" xmlns:a16="http://schemas.microsoft.com/office/drawing/2014/main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="" xmlns:a16="http://schemas.microsoft.com/office/drawing/2014/main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="" xmlns:a16="http://schemas.microsoft.com/office/drawing/2014/main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="" xmlns:a16="http://schemas.microsoft.com/office/drawing/2014/main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="" xmlns:a16="http://schemas.microsoft.com/office/drawing/2014/main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="" xmlns:a16="http://schemas.microsoft.com/office/drawing/2014/main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="" xmlns:a16="http://schemas.microsoft.com/office/drawing/2014/main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="" xmlns:a16="http://schemas.microsoft.com/office/drawing/2014/main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="" xmlns:a16="http://schemas.microsoft.com/office/drawing/2014/main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="" xmlns:a16="http://schemas.microsoft.com/office/drawing/2014/main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="" xmlns:a16="http://schemas.microsoft.com/office/drawing/2014/main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="" xmlns:a16="http://schemas.microsoft.com/office/drawing/2014/main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2" name="Google Shape;112;p2">
              <a:extLst>
                <a:ext uri="{FF2B5EF4-FFF2-40B4-BE49-F238E27FC236}">
                  <a16:creationId xmlns="" xmlns:a16="http://schemas.microsoft.com/office/drawing/2014/main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="" xmlns:a16="http://schemas.microsoft.com/office/drawing/2014/main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="" xmlns:a16="http://schemas.microsoft.com/office/drawing/2014/main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="" xmlns:a16="http://schemas.microsoft.com/office/drawing/2014/main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="" xmlns:a16="http://schemas.microsoft.com/office/drawing/2014/main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="" xmlns:a16="http://schemas.microsoft.com/office/drawing/2014/main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="" xmlns:a16="http://schemas.microsoft.com/office/drawing/2014/main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="" xmlns:a16="http://schemas.microsoft.com/office/drawing/2014/main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="" xmlns:a16="http://schemas.microsoft.com/office/drawing/2014/main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="" xmlns:a16="http://schemas.microsoft.com/office/drawing/2014/main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="" xmlns:a16="http://schemas.microsoft.com/office/drawing/2014/main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="" xmlns:a16="http://schemas.microsoft.com/office/drawing/2014/main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="" xmlns:a16="http://schemas.microsoft.com/office/drawing/2014/main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="" xmlns:a16="http://schemas.microsoft.com/office/drawing/2014/main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="" xmlns:a16="http://schemas.microsoft.com/office/drawing/2014/main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="" xmlns:a16="http://schemas.microsoft.com/office/drawing/2014/main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28" name="Google Shape;128;p2">
              <a:extLst>
                <a:ext uri="{FF2B5EF4-FFF2-40B4-BE49-F238E27FC236}">
                  <a16:creationId xmlns="" xmlns:a16="http://schemas.microsoft.com/office/drawing/2014/main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="" xmlns:a16="http://schemas.microsoft.com/office/drawing/2014/main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="" xmlns:a16="http://schemas.microsoft.com/office/drawing/2014/main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="" xmlns:a16="http://schemas.microsoft.com/office/drawing/2014/main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="" xmlns:a16="http://schemas.microsoft.com/office/drawing/2014/main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="" xmlns:a16="http://schemas.microsoft.com/office/drawing/2014/main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="" xmlns:a16="http://schemas.microsoft.com/office/drawing/2014/main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="" xmlns:a16="http://schemas.microsoft.com/office/drawing/2014/main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36" name="Google Shape;136;p2">
              <a:extLst>
                <a:ext uri="{FF2B5EF4-FFF2-40B4-BE49-F238E27FC236}">
                  <a16:creationId xmlns="" xmlns:a16="http://schemas.microsoft.com/office/drawing/2014/main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="" xmlns:a16="http://schemas.microsoft.com/office/drawing/2014/main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="" xmlns:a16="http://schemas.microsoft.com/office/drawing/2014/main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="" xmlns:a16="http://schemas.microsoft.com/office/drawing/2014/main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="" xmlns:a16="http://schemas.microsoft.com/office/drawing/2014/main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="" xmlns:a16="http://schemas.microsoft.com/office/drawing/2014/main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="" xmlns:a16="http://schemas.microsoft.com/office/drawing/2014/main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="" xmlns:a16="http://schemas.microsoft.com/office/drawing/2014/main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44" name="Google Shape;144;p2">
              <a:extLst>
                <a:ext uri="{FF2B5EF4-FFF2-40B4-BE49-F238E27FC236}">
                  <a16:creationId xmlns="" xmlns:a16="http://schemas.microsoft.com/office/drawing/2014/main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="" xmlns:a16="http://schemas.microsoft.com/office/drawing/2014/main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="" xmlns:a16="http://schemas.microsoft.com/office/drawing/2014/main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="" xmlns:a16="http://schemas.microsoft.com/office/drawing/2014/main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="" xmlns:a16="http://schemas.microsoft.com/office/drawing/2014/main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="" xmlns:a16="http://schemas.microsoft.com/office/drawing/2014/main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="" xmlns:a16="http://schemas.microsoft.com/office/drawing/2014/main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="" xmlns:a16="http://schemas.microsoft.com/office/drawing/2014/main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="" xmlns:a16="http://schemas.microsoft.com/office/drawing/2014/main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="" xmlns:a16="http://schemas.microsoft.com/office/drawing/2014/main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="" xmlns:a16="http://schemas.microsoft.com/office/drawing/2014/main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55" name="Google Shape;155;p2">
              <a:extLst>
                <a:ext uri="{FF2B5EF4-FFF2-40B4-BE49-F238E27FC236}">
                  <a16:creationId xmlns="" xmlns:a16="http://schemas.microsoft.com/office/drawing/2014/main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="" xmlns:a16="http://schemas.microsoft.com/office/drawing/2014/main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="" xmlns:a16="http://schemas.microsoft.com/office/drawing/2014/main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="" xmlns:a16="http://schemas.microsoft.com/office/drawing/2014/main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="" xmlns:a16="http://schemas.microsoft.com/office/drawing/2014/main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="" xmlns:a16="http://schemas.microsoft.com/office/drawing/2014/main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="" xmlns:a16="http://schemas.microsoft.com/office/drawing/2014/main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="" xmlns:a16="http://schemas.microsoft.com/office/drawing/2014/main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="" xmlns:a16="http://schemas.microsoft.com/office/drawing/2014/main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="" xmlns:a16="http://schemas.microsoft.com/office/drawing/2014/main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="" xmlns:a16="http://schemas.microsoft.com/office/drawing/2014/main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10" name="그룹 9">
            <a:extLst>
              <a:ext uri="{FF2B5EF4-FFF2-40B4-BE49-F238E27FC236}">
                <a16:creationId xmlns="" xmlns:a16="http://schemas.microsoft.com/office/drawing/2014/main" id="{60B7A35F-4461-49C3-5F0F-D6E036B37ED8}"/>
              </a:ext>
            </a:extLst>
          </p:cNvPr>
          <p:cNvGrpSpPr/>
          <p:nvPr/>
        </p:nvGrpSpPr>
        <p:grpSpPr>
          <a:xfrm>
            <a:off x="222304" y="10256100"/>
            <a:ext cx="7146829" cy="323165"/>
            <a:chOff x="194988" y="9877929"/>
            <a:chExt cx="7146829" cy="323165"/>
          </a:xfrm>
        </p:grpSpPr>
        <p:sp>
          <p:nvSpPr>
            <p:cNvPr id="19" name="Google Shape;19;p2">
              <a:extLst>
                <a:ext uri="{FF2B5EF4-FFF2-40B4-BE49-F238E27FC236}">
                  <a16:creationId xmlns="" xmlns:a16="http://schemas.microsoft.com/office/drawing/2014/main" id="{F2850D80-8400-BCED-E007-95FE5EAB099F}"/>
                </a:ext>
              </a:extLst>
            </p:cNvPr>
            <p:cNvSpPr/>
            <p:nvPr/>
          </p:nvSpPr>
          <p:spPr>
            <a:xfrm>
              <a:off x="194988" y="9877929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영양사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sy226@kizmeal.com I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8" name="그래픽 118">
              <a:extLst>
                <a:ext uri="{FF2B5EF4-FFF2-40B4-BE49-F238E27FC236}">
                  <a16:creationId xmlns="" xmlns:a16="http://schemas.microsoft.com/office/drawing/2014/main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" name="그룹 2">
            <a:extLst>
              <a:ext uri="{FF2B5EF4-FFF2-40B4-BE49-F238E27FC236}">
                <a16:creationId xmlns="" xmlns:a16="http://schemas.microsoft.com/office/drawing/2014/main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="" xmlns:a16="http://schemas.microsoft.com/office/drawing/2014/main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="" xmlns:a16="http://schemas.microsoft.com/office/drawing/2014/main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="" xmlns:a16="http://schemas.microsoft.com/office/drawing/2014/main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="" xmlns:a16="http://schemas.microsoft.com/office/drawing/2014/main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="" xmlns:a16="http://schemas.microsoft.com/office/drawing/2014/main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="" xmlns:a16="http://schemas.microsoft.com/office/drawing/2014/main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="" xmlns:a16="http://schemas.microsoft.com/office/drawing/2014/main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="" xmlns:a16="http://schemas.microsoft.com/office/drawing/2014/main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="" xmlns:a16="http://schemas.microsoft.com/office/drawing/2014/main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="" xmlns:a16="http://schemas.microsoft.com/office/drawing/2014/main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9966" y="8598142"/>
            <a:ext cx="643770" cy="80780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997875" y="8571159"/>
            <a:ext cx="339473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다랑어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en-US" altLang="ko-KR" sz="8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* </a:t>
            </a:r>
            <a:r>
              <a:rPr lang="ko-KR" altLang="en-US" sz="8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상기 원산지는 </a:t>
            </a:r>
            <a:r>
              <a:rPr lang="ko-KR" altLang="en-US" sz="800" dirty="0" err="1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식자재</a:t>
            </a:r>
            <a:r>
              <a:rPr lang="ko-KR" altLang="en-US" sz="8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수급 사정에 따라 부득이하게 변경될 수 있습니다</a:t>
            </a:r>
            <a:r>
              <a:rPr lang="en-US" altLang="ko-KR" sz="8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en-US" altLang="ko-KR" sz="800" dirty="0">
              <a:solidFill>
                <a:srgbClr val="FF0000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445111" y="9491455"/>
            <a:ext cx="38967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 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가공식품은 최대한 배제하여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식습관 확립 및 균형 잡힌 영양을 제공합니다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8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6</a:t>
            </a:r>
            <a:r>
              <a:rPr lang="ko-KR" altLang="en-US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err="1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복분자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altLang="ko-KR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감자</a:t>
            </a:r>
          </a:p>
        </p:txBody>
      </p:sp>
      <p:pic>
        <p:nvPicPr>
          <p:cNvPr id="28" name="그림 2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 rot="21427361">
            <a:off x="1157627" y="238384"/>
            <a:ext cx="1164709" cy="531426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8592" y="1188720"/>
            <a:ext cx="1335864" cy="177991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3565230" y="1479043"/>
            <a:ext cx="8534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rgbClr val="216A5B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지방선거일</a:t>
            </a:r>
          </a:p>
        </p:txBody>
      </p:sp>
      <p:grpSp>
        <p:nvGrpSpPr>
          <p:cNvPr id="26" name="그룹 25"/>
          <p:cNvGrpSpPr/>
          <p:nvPr/>
        </p:nvGrpSpPr>
        <p:grpSpPr>
          <a:xfrm>
            <a:off x="630121" y="1172160"/>
            <a:ext cx="5684917" cy="7467254"/>
            <a:chOff x="630121" y="1172160"/>
            <a:chExt cx="5684917" cy="7467254"/>
          </a:xfrm>
        </p:grpSpPr>
        <p:grpSp>
          <p:nvGrpSpPr>
            <p:cNvPr id="2" name="그룹 1"/>
            <p:cNvGrpSpPr/>
            <p:nvPr/>
          </p:nvGrpSpPr>
          <p:grpSpPr>
            <a:xfrm>
              <a:off x="630121" y="1172160"/>
              <a:ext cx="5684917" cy="7467254"/>
              <a:chOff x="630121" y="1172160"/>
              <a:chExt cx="5684917" cy="7467254"/>
            </a:xfrm>
          </p:grpSpPr>
          <p:sp>
            <p:nvSpPr>
              <p:cNvPr id="166" name="Google Shape;59;p2">
                <a:extLst>
                  <a:ext uri="{FF2B5EF4-FFF2-40B4-BE49-F238E27FC236}">
                    <a16:creationId xmlns="" xmlns:a16="http://schemas.microsoft.com/office/drawing/2014/main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630121" y="8408672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29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7" name="Google Shape;59;p2">
                <a:extLst>
                  <a:ext uri="{FF2B5EF4-FFF2-40B4-BE49-F238E27FC236}">
                    <a16:creationId xmlns="" xmlns:a16="http://schemas.microsoft.com/office/drawing/2014/main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1992428" y="8408672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30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grpSp>
            <p:nvGrpSpPr>
              <p:cNvPr id="36" name="Google Shape;36;p2">
                <a:extLst>
                  <a:ext uri="{FF2B5EF4-FFF2-40B4-BE49-F238E27FC236}">
                    <a16:creationId xmlns="" xmlns:a16="http://schemas.microsoft.com/office/drawing/2014/main" id="{351B882D-32A2-1AEA-E625-69A54A120CAE}"/>
                  </a:ext>
                </a:extLst>
              </p:cNvPr>
              <p:cNvGrpSpPr/>
              <p:nvPr/>
            </p:nvGrpSpPr>
            <p:grpSpPr>
              <a:xfrm>
                <a:off x="637109" y="1172160"/>
                <a:ext cx="5677929" cy="5656938"/>
                <a:chOff x="617184" y="1156662"/>
                <a:chExt cx="5677929" cy="5656938"/>
              </a:xfrm>
            </p:grpSpPr>
            <p:sp>
              <p:nvSpPr>
                <p:cNvPr id="37" name="Google Shape;37;p2">
                  <a:extLst>
                    <a:ext uri="{FF2B5EF4-FFF2-40B4-BE49-F238E27FC236}">
                      <a16:creationId xmlns="" xmlns:a16="http://schemas.microsoft.com/office/drawing/2014/main" id="{2DA118F4-3362-50F0-23BA-73A82E35316D}"/>
                    </a:ext>
                  </a:extLst>
                </p:cNvPr>
                <p:cNvSpPr txBox="1"/>
                <p:nvPr/>
              </p:nvSpPr>
              <p:spPr>
                <a:xfrm>
                  <a:off x="624113" y="116450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1" name="Google Shape;41;p2">
                  <a:extLst>
                    <a:ext uri="{FF2B5EF4-FFF2-40B4-BE49-F238E27FC236}">
                      <a16:creationId xmlns="" xmlns:a16="http://schemas.microsoft.com/office/drawing/2014/main" id="{847E75D2-F0C6-914E-F677-BD558494F54F}"/>
                    </a:ext>
                  </a:extLst>
                </p:cNvPr>
                <p:cNvSpPr txBox="1"/>
                <p:nvPr/>
              </p:nvSpPr>
              <p:spPr>
                <a:xfrm>
                  <a:off x="634219" y="115797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2" name="Google Shape;42;p2">
                  <a:extLst>
                    <a:ext uri="{FF2B5EF4-FFF2-40B4-BE49-F238E27FC236}">
                      <a16:creationId xmlns="" xmlns:a16="http://schemas.microsoft.com/office/drawing/2014/main" id="{D3ABBF6A-4940-94AC-EF1F-9033FBD0DEC7}"/>
                    </a:ext>
                  </a:extLst>
                </p:cNvPr>
                <p:cNvSpPr txBox="1"/>
                <p:nvPr/>
              </p:nvSpPr>
              <p:spPr>
                <a:xfrm>
                  <a:off x="626599" y="295842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3" name="Google Shape;43;p2">
                  <a:extLst>
                    <a:ext uri="{FF2B5EF4-FFF2-40B4-BE49-F238E27FC236}">
                      <a16:creationId xmlns="" xmlns:a16="http://schemas.microsoft.com/office/drawing/2014/main" id="{E0B52BA2-CFAD-85EB-60B7-D63D836CD77F}"/>
                    </a:ext>
                  </a:extLst>
                </p:cNvPr>
                <p:cNvSpPr txBox="1"/>
                <p:nvPr/>
              </p:nvSpPr>
              <p:spPr>
                <a:xfrm>
                  <a:off x="1983608" y="1160830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02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4" name="Google Shape;44;p2">
                  <a:extLst>
                    <a:ext uri="{FF2B5EF4-FFF2-40B4-BE49-F238E27FC236}">
                      <a16:creationId xmlns="" xmlns:a16="http://schemas.microsoft.com/office/drawing/2014/main" id="{F8634860-E6E7-55AD-F237-0F0581EA6E0F}"/>
                    </a:ext>
                  </a:extLst>
                </p:cNvPr>
                <p:cNvSpPr txBox="1"/>
                <p:nvPr/>
              </p:nvSpPr>
              <p:spPr>
                <a:xfrm>
                  <a:off x="3323060" y="115905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5" name="Google Shape;45;p2">
                  <a:extLst>
                    <a:ext uri="{FF2B5EF4-FFF2-40B4-BE49-F238E27FC236}">
                      <a16:creationId xmlns="" xmlns:a16="http://schemas.microsoft.com/office/drawing/2014/main" id="{0E7BEB21-709C-7C25-CB25-6F398F3EFF9B}"/>
                    </a:ext>
                  </a:extLst>
                </p:cNvPr>
                <p:cNvSpPr txBox="1"/>
                <p:nvPr/>
              </p:nvSpPr>
              <p:spPr>
                <a:xfrm>
                  <a:off x="4673874" y="115905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6" name="Google Shape;46;p2">
                  <a:extLst>
                    <a:ext uri="{FF2B5EF4-FFF2-40B4-BE49-F238E27FC236}">
                      <a16:creationId xmlns="" xmlns:a16="http://schemas.microsoft.com/office/drawing/2014/main" id="{4457248D-19F3-64DE-EACB-8874389D5C2E}"/>
                    </a:ext>
                  </a:extLst>
                </p:cNvPr>
                <p:cNvSpPr txBox="1"/>
                <p:nvPr/>
              </p:nvSpPr>
              <p:spPr>
                <a:xfrm>
                  <a:off x="6026578" y="115666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7" name="Google Shape;47;p2">
                  <a:extLst>
                    <a:ext uri="{FF2B5EF4-FFF2-40B4-BE49-F238E27FC236}">
                      <a16:creationId xmlns="" xmlns:a16="http://schemas.microsoft.com/office/drawing/2014/main" id="{E8CC9484-49CF-1231-E7EA-18F0BC179853}"/>
                    </a:ext>
                  </a:extLst>
                </p:cNvPr>
                <p:cNvSpPr txBox="1"/>
                <p:nvPr/>
              </p:nvSpPr>
              <p:spPr>
                <a:xfrm>
                  <a:off x="4660167" y="296078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11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8" name="Google Shape;48;p2">
                  <a:extLst>
                    <a:ext uri="{FF2B5EF4-FFF2-40B4-BE49-F238E27FC236}">
                      <a16:creationId xmlns="" xmlns:a16="http://schemas.microsoft.com/office/drawing/2014/main" id="{1252665C-5F25-50F0-B4C6-0A3FB2D4A8AC}"/>
                    </a:ext>
                  </a:extLst>
                </p:cNvPr>
                <p:cNvSpPr txBox="1"/>
                <p:nvPr/>
              </p:nvSpPr>
              <p:spPr>
                <a:xfrm>
                  <a:off x="6009556" y="295842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12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9" name="Google Shape;49;p2">
                  <a:extLst>
                    <a:ext uri="{FF2B5EF4-FFF2-40B4-BE49-F238E27FC236}">
                      <a16:creationId xmlns="" xmlns:a16="http://schemas.microsoft.com/office/drawing/2014/main" id="{A1E8AA39-180F-7517-1D3D-A5AA2D784A86}"/>
                    </a:ext>
                  </a:extLst>
                </p:cNvPr>
                <p:cNvSpPr txBox="1"/>
                <p:nvPr/>
              </p:nvSpPr>
              <p:spPr>
                <a:xfrm>
                  <a:off x="617184" y="658285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22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0" name="Google Shape;50;p2">
                  <a:extLst>
                    <a:ext uri="{FF2B5EF4-FFF2-40B4-BE49-F238E27FC236}">
                      <a16:creationId xmlns="" xmlns:a16="http://schemas.microsoft.com/office/drawing/2014/main" id="{3524CA58-FBEA-B15E-0BFE-596FB186918C}"/>
                    </a:ext>
                  </a:extLst>
                </p:cNvPr>
                <p:cNvSpPr txBox="1"/>
                <p:nvPr/>
              </p:nvSpPr>
              <p:spPr>
                <a:xfrm>
                  <a:off x="1967998" y="658285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1" name="Google Shape;51;p2">
                  <a:extLst>
                    <a:ext uri="{FF2B5EF4-FFF2-40B4-BE49-F238E27FC236}">
                      <a16:creationId xmlns="" xmlns:a16="http://schemas.microsoft.com/office/drawing/2014/main" id="{477F1C95-1A35-F4A5-CA63-B444EAD506E4}"/>
                    </a:ext>
                  </a:extLst>
                </p:cNvPr>
                <p:cNvSpPr txBox="1"/>
                <p:nvPr/>
              </p:nvSpPr>
              <p:spPr>
                <a:xfrm>
                  <a:off x="618003" y="476758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2" name="Google Shape;52;p2">
                  <a:extLst>
                    <a:ext uri="{FF2B5EF4-FFF2-40B4-BE49-F238E27FC236}">
                      <a16:creationId xmlns="" xmlns:a16="http://schemas.microsoft.com/office/drawing/2014/main" id="{234CAFBB-4FB3-330B-EFA7-D94ED00DEAFC}"/>
                    </a:ext>
                  </a:extLst>
                </p:cNvPr>
                <p:cNvSpPr txBox="1"/>
                <p:nvPr/>
              </p:nvSpPr>
              <p:spPr>
                <a:xfrm>
                  <a:off x="4652166" y="476994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3" name="Google Shape;53;p2">
                  <a:extLst>
                    <a:ext uri="{FF2B5EF4-FFF2-40B4-BE49-F238E27FC236}">
                      <a16:creationId xmlns="" xmlns:a16="http://schemas.microsoft.com/office/drawing/2014/main" id="{D62E2A19-8493-4418-9F24-377DE04E4822}"/>
                    </a:ext>
                  </a:extLst>
                </p:cNvPr>
                <p:cNvSpPr txBox="1"/>
                <p:nvPr/>
              </p:nvSpPr>
              <p:spPr>
                <a:xfrm>
                  <a:off x="6001555" y="476758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19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4" name="Google Shape;54;p2">
                  <a:extLst>
                    <a:ext uri="{FF2B5EF4-FFF2-40B4-BE49-F238E27FC236}">
                      <a16:creationId xmlns="" xmlns:a16="http://schemas.microsoft.com/office/drawing/2014/main" id="{18C5B212-DADC-1310-AA28-2342DBDA901B}"/>
                    </a:ext>
                  </a:extLst>
                </p:cNvPr>
                <p:cNvSpPr txBox="1"/>
                <p:nvPr/>
              </p:nvSpPr>
              <p:spPr>
                <a:xfrm>
                  <a:off x="3299224" y="6578353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5" name="Google Shape;55;p2">
                  <a:extLst>
                    <a:ext uri="{FF2B5EF4-FFF2-40B4-BE49-F238E27FC236}">
                      <a16:creationId xmlns="" xmlns:a16="http://schemas.microsoft.com/office/drawing/2014/main" id="{5BA08C42-EBA3-18B6-FCA4-C19EBA1B2586}"/>
                    </a:ext>
                  </a:extLst>
                </p:cNvPr>
                <p:cNvSpPr txBox="1"/>
                <p:nvPr/>
              </p:nvSpPr>
              <p:spPr>
                <a:xfrm>
                  <a:off x="4650038" y="657835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6" name="Google Shape;56;p2">
                  <a:extLst>
                    <a:ext uri="{FF2B5EF4-FFF2-40B4-BE49-F238E27FC236}">
                      <a16:creationId xmlns="" xmlns:a16="http://schemas.microsoft.com/office/drawing/2014/main" id="{04217DA5-F11F-3188-DA5F-CB119DD79B30}"/>
                    </a:ext>
                  </a:extLst>
                </p:cNvPr>
                <p:cNvSpPr txBox="1"/>
                <p:nvPr/>
              </p:nvSpPr>
              <p:spPr>
                <a:xfrm>
                  <a:off x="6002742" y="6575960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</p:grpSp>
        </p:grpSp>
        <p:sp>
          <p:nvSpPr>
            <p:cNvPr id="169" name="Google Shape;42;p2">
              <a:extLst>
                <a:ext uri="{FF2B5EF4-FFF2-40B4-BE49-F238E27FC236}">
                  <a16:creationId xmlns=""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1983424" y="297392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1" name="Google Shape;42;p2">
              <a:extLst>
                <a:ext uri="{FF2B5EF4-FFF2-40B4-BE49-F238E27FC236}">
                  <a16:creationId xmlns=""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3335364" y="298175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2" name="Google Shape;51;p2">
              <a:extLst>
                <a:ext uri="{FF2B5EF4-FFF2-40B4-BE49-F238E27FC236}">
                  <a16:creationId xmlns="" xmlns:a16="http://schemas.microsoft.com/office/drawing/2014/main" id="{477F1C95-1A35-F4A5-CA63-B444EAD506E4}"/>
                </a:ext>
              </a:extLst>
            </p:cNvPr>
            <p:cNvSpPr txBox="1"/>
            <p:nvPr/>
          </p:nvSpPr>
          <p:spPr>
            <a:xfrm>
              <a:off x="1991044" y="478307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3" name="Google Shape;51;p2">
              <a:extLst>
                <a:ext uri="{FF2B5EF4-FFF2-40B4-BE49-F238E27FC236}">
                  <a16:creationId xmlns="" xmlns:a16="http://schemas.microsoft.com/office/drawing/2014/main" id="{477F1C95-1A35-F4A5-CA63-B444EAD506E4}"/>
                </a:ext>
              </a:extLst>
            </p:cNvPr>
            <p:cNvSpPr txBox="1"/>
            <p:nvPr/>
          </p:nvSpPr>
          <p:spPr>
            <a:xfrm>
              <a:off x="3327744" y="477903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</p:spTree>
    <p:extLst>
      <p:ext uri="{BB962C8B-B14F-4D97-AF65-F5344CB8AC3E}">
        <p14:creationId xmlns="" xmlns:p14="http://schemas.microsoft.com/office/powerpoint/2010/main" val="1821667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2654</TotalTime>
  <Words>942</Words>
  <Application>Microsoft Office PowerPoint</Application>
  <PresentationFormat>사용자 지정</PresentationFormat>
  <Paragraphs>287</Paragraphs>
  <Slides>1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슬라이드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KIZMEAL01</cp:lastModifiedBy>
  <cp:revision>200</cp:revision>
  <cp:lastPrinted>2026-03-10T05:09:50Z</cp:lastPrinted>
  <dcterms:modified xsi:type="dcterms:W3CDTF">2026-05-22T05:44:25Z</dcterms:modified>
</cp:coreProperties>
</file>