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3508" autoAdjust="0"/>
  </p:normalViewPr>
  <p:slideViewPr>
    <p:cSldViewPr snapToGrid="0">
      <p:cViewPr>
        <p:scale>
          <a:sx n="100" d="100"/>
          <a:sy n="100" d="100"/>
        </p:scale>
        <p:origin x="-274" y="2246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u="none" strike="noStrike" cap="none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알티오라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3471275092"/>
              </p:ext>
            </p:extLst>
          </p:nvPr>
        </p:nvGraphicFramePr>
        <p:xfrm>
          <a:off x="194988" y="1156203"/>
          <a:ext cx="7166525" cy="889021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②⑤⑫⑮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펜네샐러드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⑤⑥⑬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다시마튀각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466Kcal(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햇완두콩밥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호박된장국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소고기떡볶음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김치전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오징어실채조림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흰열무김치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448Kcal(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altLang="ko-KR" sz="1050" b="0" i="0" u="none" strike="noStrike" cap="none" dirty="0">
                        <a:solidFill>
                          <a:srgbClr val="216A5B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순두부국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토마토닭갈비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상추야채무침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25)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돈등심까스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멕시칸샐러드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캐슈넛조림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443Kcal(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옥수수빵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lang="ko-KR" altLang="en-US" sz="8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감자샐러드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샤인머스캣주스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야채핫바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유기농보리차</a:t>
                      </a:r>
                      <a:endParaRPr lang="ko-KR" altLang="en-US" sz="8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75Kcal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현미쌀강정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143Kcal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모듬어묵국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안동찜닭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오이지무침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소고기샤브국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돈채피망볶음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시금치나물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라디치오샐러드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맑은김칫국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닭다리살불고기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모둠버섯나물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호두살멸치볶음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아보카도콥샐러드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우엉엿장조림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치즈스틱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인절미꽈배기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사과주스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단호박튀김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콤비네이션프리타타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케찹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파프리카무침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느타리된장국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돈사태영양찜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훈제오리볶음밥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국물떡볶이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만두튀김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476Kcal(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446Kcal(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미트토마토스파게티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모짜렐라핫도그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딜감자샐러드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젤리스틱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호두과자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한라봉주스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유기농콘씨리얼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라따뚜이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진미채조림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콘크림스프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순살치킨까스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①②⑤⑥⑮⑯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쉬라즈샐러드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검은콩자반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유부된장국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돈안심사과소스조림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브로콜리깨무침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매실청잔멸치볶음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유니자장덮밥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가자미볼튀김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smtClean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피쉬어묵바</a:t>
                      </a:r>
                      <a:r>
                        <a:rPr lang="ko-KR" altLang="en-US" sz="800" b="0" i="0" u="none" strike="noStrike" cap="none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닭고기마파두부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3741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2304" y="10116222"/>
            <a:ext cx="7146829" cy="323165"/>
            <a:chOff x="194988" y="9853671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853671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영양사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25" name="그림 2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430502"/>
            <a:ext cx="643770" cy="807807"/>
          </a:xfrm>
          <a:prstGeom prst="rect">
            <a:avLst/>
          </a:prstGeom>
        </p:spPr>
      </p:pic>
      <p:sp>
        <p:nvSpPr>
          <p:cNvPr id="226" name="TextBox 225"/>
          <p:cNvSpPr txBox="1"/>
          <p:nvPr/>
        </p:nvSpPr>
        <p:spPr>
          <a:xfrm>
            <a:off x="3997875" y="840351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7" name="TextBox 226"/>
          <p:cNvSpPr txBox="1"/>
          <p:nvPr/>
        </p:nvSpPr>
        <p:spPr>
          <a:xfrm>
            <a:off x="3445111" y="932381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8" name="TextBox 227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168" name="그림 16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169" name="그림 16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28592" y="1217545"/>
            <a:ext cx="1335864" cy="1709698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630121" y="1172160"/>
            <a:ext cx="5684917" cy="7314854"/>
            <a:chOff x="630121" y="1172160"/>
            <a:chExt cx="5684917" cy="7314854"/>
          </a:xfrm>
        </p:grpSpPr>
        <p:grpSp>
          <p:nvGrpSpPr>
            <p:cNvPr id="229" name="그룹 228"/>
            <p:cNvGrpSpPr/>
            <p:nvPr/>
          </p:nvGrpSpPr>
          <p:grpSpPr>
            <a:xfrm>
              <a:off x="630121" y="1172160"/>
              <a:ext cx="5684917" cy="7314854"/>
              <a:chOff x="630121" y="1172160"/>
              <a:chExt cx="5684917" cy="7314854"/>
            </a:xfrm>
          </p:grpSpPr>
          <p:sp>
            <p:nvSpPr>
              <p:cNvPr id="230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2562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231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2562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232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72160"/>
                <a:ext cx="5677110" cy="5535018"/>
                <a:chOff x="618003" y="1156662"/>
                <a:chExt cx="5677110" cy="5535018"/>
              </a:xfrm>
            </p:grpSpPr>
            <p:sp>
              <p:nvSpPr>
                <p:cNvPr id="233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4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5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26599" y="29203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6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7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8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9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0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0167" y="292268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1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09556" y="29203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2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46093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3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46093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4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69900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5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013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6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69900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7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45643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8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45643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9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45404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251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91044" y="29358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2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35364" y="29360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3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1449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4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35364" y="471045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2603</TotalTime>
  <Words>797</Words>
  <Application>Microsoft Office PowerPoint</Application>
  <PresentationFormat>사용자 지정</PresentationFormat>
  <Paragraphs>234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201</cp:revision>
  <cp:lastPrinted>2026-03-10T05:09:50Z</cp:lastPrinted>
  <dcterms:modified xsi:type="dcterms:W3CDTF">2026-05-22T05:46:28Z</dcterms:modified>
</cp:coreProperties>
</file>