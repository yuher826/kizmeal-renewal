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50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824" y="281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돈육완자전</a:t>
                      </a:r>
                      <a:r>
                        <a:rPr lang="ko-KR" altLang="en-US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8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8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65856"/>
            <a:ext cx="5684917" cy="7347393"/>
            <a:chOff x="630121" y="1165856"/>
            <a:chExt cx="5684917" cy="7347393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65856"/>
              <a:ext cx="5684917" cy="7347393"/>
              <a:chOff x="630121" y="1165856"/>
              <a:chExt cx="5684917" cy="7347393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82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82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65856"/>
                <a:ext cx="5677110" cy="5559937"/>
                <a:chOff x="618003" y="1150358"/>
                <a:chExt cx="5677110" cy="5559937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03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795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795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871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8949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871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750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7504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726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026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69858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9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1188</Words>
  <Application>Microsoft Office PowerPoint</Application>
  <PresentationFormat>사용자 지정</PresentationFormat>
  <Paragraphs>321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181</cp:revision>
  <cp:lastPrinted>2026-03-10T05:09:50Z</cp:lastPrinted>
  <dcterms:modified xsi:type="dcterms:W3CDTF">2026-05-22T06:32:11Z</dcterms:modified>
</cp:coreProperties>
</file>