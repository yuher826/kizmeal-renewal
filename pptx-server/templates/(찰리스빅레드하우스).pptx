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1469" y="-6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찰리스빅레드하우스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03193087"/>
              </p:ext>
            </p:extLst>
          </p:nvPr>
        </p:nvGraphicFramePr>
        <p:xfrm>
          <a:off x="194988" y="1156203"/>
          <a:ext cx="7166525" cy="905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endParaRPr lang="ko-KR" altLang="en-US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256100"/>
            <a:ext cx="7146829" cy="323165"/>
            <a:chOff x="194988" y="987792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7792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18872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2660</TotalTime>
  <Words>940</Words>
  <Application>Microsoft Office PowerPoint</Application>
  <PresentationFormat>사용자 지정</PresentationFormat>
  <Paragraphs>287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201</cp:revision>
  <cp:lastPrinted>2026-03-10T05:09:50Z</cp:lastPrinted>
  <dcterms:modified xsi:type="dcterms:W3CDTF">2026-05-22T07:05:01Z</dcterms:modified>
</cp:coreProperties>
</file>