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50" d="100"/>
          <a:sy n="150" d="100"/>
        </p:scale>
        <p:origin x="-278" y="558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896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6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6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65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6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6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6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6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6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6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65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207Kcal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6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6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6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우리밀웨하스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6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6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6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ko-KR" altLang="en-US" sz="6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우리밀크리스피롤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650" b="0" dirty="0" smtClean="0">
                          <a:solidFill>
                            <a:srgbClr val="FF33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③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6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6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6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6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6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6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2760"/>
            <a:ext cx="7146829" cy="323165"/>
            <a:chOff x="194988" y="98245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245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8626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5824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</TotalTime>
  <Words>934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175</cp:revision>
  <cp:lastPrinted>2026-03-10T05:09:50Z</cp:lastPrinted>
  <dcterms:modified xsi:type="dcterms:W3CDTF">2026-05-22T06:10:27Z</dcterms:modified>
</cp:coreProperties>
</file>