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72" r:id="rId2"/>
    <p:sldId id="273" r:id="rId3"/>
    <p:sldId id="274" r:id="rId4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 varScale="1">
        <p:scale>
          <a:sx n="52" d="100"/>
          <a:sy n="52" d="100"/>
        </p:scale>
        <p:origin x="225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7957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891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1835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OOO </a:t>
            </a:r>
            <a:r>
              <a:rPr lang="ko-KR" altLang="en-US" sz="12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지점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3193087"/>
              </p:ext>
            </p:extLst>
          </p:nvPr>
        </p:nvGraphicFramePr>
        <p:xfrm>
          <a:off x="194988" y="1156203"/>
          <a:ext cx="7166525" cy="8804694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9334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9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1000" b="0" i="0" u="none" strike="noStrike" cap="none" dirty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9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455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03512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OOO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OOOOOOO@kizmeal.com I 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2288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39589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5111" y="931619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205600"/>
            <a:ext cx="1335864" cy="170969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OOO </a:t>
            </a:r>
            <a:r>
              <a:rPr lang="ko-KR" altLang="en-US" sz="12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지점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1275092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1000" b="0" i="0" u="none" strike="noStrike" cap="none" dirty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09336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OOO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OOOOOOO@kizmeal.com I 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2288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39589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1619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22516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OOO </a:t>
            </a:r>
            <a:r>
              <a:rPr lang="ko-KR" altLang="en-US" sz="12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지점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9704253"/>
              </p:ext>
            </p:extLst>
          </p:nvPr>
        </p:nvGraphicFramePr>
        <p:xfrm>
          <a:off x="194988" y="1156203"/>
          <a:ext cx="7166525" cy="88562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1000" b="0" i="0" u="none" strike="noStrike" cap="none" dirty="0">
                        <a:solidFill>
                          <a:srgbClr val="216A5B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85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140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091712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OOO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OOOOOOO@kizmeal.com I 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4" name="그림 19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22882"/>
            <a:ext cx="643770" cy="807807"/>
          </a:xfrm>
          <a:prstGeom prst="rect">
            <a:avLst/>
          </a:prstGeom>
        </p:spPr>
      </p:pic>
      <p:sp>
        <p:nvSpPr>
          <p:cNvPr id="195" name="TextBox 194"/>
          <p:cNvSpPr txBox="1"/>
          <p:nvPr/>
        </p:nvSpPr>
        <p:spPr>
          <a:xfrm>
            <a:off x="3997875" y="839589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445111" y="931619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225239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90801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02" name="그룹 20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03" name="그룹 202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08" name="Google Shape;59;p2">
                <a:extLst>
                  <a:ext uri="{FF2B5EF4-FFF2-40B4-BE49-F238E27FC236}">
                    <a16:creationId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09" name="Google Shape;59;p2">
                <a:extLst>
                  <a:ext uri="{FF2B5EF4-FFF2-40B4-BE49-F238E27FC236}">
                    <a16:creationId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10" name="Google Shape;36;p2">
                <a:extLst>
                  <a:ext uri="{FF2B5EF4-FFF2-40B4-BE49-F238E27FC236}">
                    <a16:creationId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11" name="Google Shape;37;p2">
                  <a:extLst>
                    <a:ext uri="{FF2B5EF4-FFF2-40B4-BE49-F238E27FC236}">
                      <a16:creationId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2" name="Google Shape;41;p2">
                  <a:extLst>
                    <a:ext uri="{FF2B5EF4-FFF2-40B4-BE49-F238E27FC236}">
                      <a16:creationId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3" name="Google Shape;42;p2">
                  <a:extLst>
                    <a:ext uri="{FF2B5EF4-FFF2-40B4-BE49-F238E27FC236}">
                      <a16:creationId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4" name="Google Shape;43;p2">
                  <a:extLst>
                    <a:ext uri="{FF2B5EF4-FFF2-40B4-BE49-F238E27FC236}">
                      <a16:creationId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5" name="Google Shape;44;p2">
                  <a:extLst>
                    <a:ext uri="{FF2B5EF4-FFF2-40B4-BE49-F238E27FC236}">
                      <a16:creationId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6" name="Google Shape;45;p2">
                  <a:extLst>
                    <a:ext uri="{FF2B5EF4-FFF2-40B4-BE49-F238E27FC236}">
                      <a16:creationId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7" name="Google Shape;46;p2">
                  <a:extLst>
                    <a:ext uri="{FF2B5EF4-FFF2-40B4-BE49-F238E27FC236}">
                      <a16:creationId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8" name="Google Shape;47;p2">
                  <a:extLst>
                    <a:ext uri="{FF2B5EF4-FFF2-40B4-BE49-F238E27FC236}">
                      <a16:creationId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19" name="Google Shape;48;p2">
                  <a:extLst>
                    <a:ext uri="{FF2B5EF4-FFF2-40B4-BE49-F238E27FC236}">
                      <a16:creationId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0" name="Google Shape;49;p2">
                  <a:extLst>
                    <a:ext uri="{FF2B5EF4-FFF2-40B4-BE49-F238E27FC236}">
                      <a16:creationId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1" name="Google Shape;50;p2">
                  <a:extLst>
                    <a:ext uri="{FF2B5EF4-FFF2-40B4-BE49-F238E27FC236}">
                      <a16:creationId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2" name="Google Shape;51;p2">
                  <a:extLst>
                    <a:ext uri="{FF2B5EF4-FFF2-40B4-BE49-F238E27FC236}">
                      <a16:creationId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3" name="Google Shape;52;p2">
                  <a:extLst>
                    <a:ext uri="{FF2B5EF4-FFF2-40B4-BE49-F238E27FC236}">
                      <a16:creationId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4" name="Google Shape;53;p2">
                  <a:extLst>
                    <a:ext uri="{FF2B5EF4-FFF2-40B4-BE49-F238E27FC236}">
                      <a16:creationId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5" name="Google Shape;54;p2">
                  <a:extLst>
                    <a:ext uri="{FF2B5EF4-FFF2-40B4-BE49-F238E27FC236}">
                      <a16:creationId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6" name="Google Shape;55;p2">
                  <a:extLst>
                    <a:ext uri="{FF2B5EF4-FFF2-40B4-BE49-F238E27FC236}">
                      <a16:creationId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27" name="Google Shape;56;p2">
                  <a:extLst>
                    <a:ext uri="{FF2B5EF4-FFF2-40B4-BE49-F238E27FC236}">
                      <a16:creationId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04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5" name="Google Shape;42;p2">
              <a:extLst>
                <a:ext uri="{FF2B5EF4-FFF2-40B4-BE49-F238E27FC236}">
                  <a16:creationId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6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7" name="Google Shape;51;p2">
              <a:extLst>
                <a:ext uri="{FF2B5EF4-FFF2-40B4-BE49-F238E27FC236}">
                  <a16:creationId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213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1320</TotalTime>
  <Words>855</Words>
  <Application>Microsoft Office PowerPoint</Application>
  <PresentationFormat>사용자 지정</PresentationFormat>
  <Paragraphs>156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Pretendard</vt:lpstr>
      <vt:lpstr>Pretendard ExtraBold</vt:lpstr>
      <vt:lpstr>Pretendard Light</vt:lpstr>
      <vt:lpstr>Pretendard Medium</vt:lpstr>
      <vt:lpstr>Arial</vt:lpstr>
      <vt:lpstr>Calibri</vt:lpstr>
      <vt:lpstr>OLDWEST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원진 오</cp:lastModifiedBy>
  <cp:revision>143</cp:revision>
  <cp:lastPrinted>2026-03-10T05:09:50Z</cp:lastPrinted>
  <dcterms:modified xsi:type="dcterms:W3CDTF">2026-04-13T04:40:37Z</dcterms:modified>
</cp:coreProperties>
</file>