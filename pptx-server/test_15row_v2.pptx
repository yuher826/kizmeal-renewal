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300" r:id="rId_s1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 varScale="1">
        <p:scale>
          <a:sx n="52" d="100"/>
          <a:sy n="52" d="100"/>
        </p:scale>
        <p:origin x="22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_s1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slide1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 xmlns:ns5="http://schemas.microsoft.com/office/drawing/2010/main" xmlns:r="http://schemas.openxmlformats.org/officeDocument/2006/relationships">
  <cSld>
    <spTree>
      <nvGrpSpPr>
        <cNvPr id="1" name="Shape 16">
          <a:extLst>
            <a:ext uri="{FF2B5EF4-FFF2-40B4-BE49-F238E27FC236}">
              <ns2:creationId id="{B126B5E3-43C1-2D45-7172-5913CF84252B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1" name="Google Shape;21;p2">
            <a:extLst>
              <a:ext uri="{FF2B5EF4-FFF2-40B4-BE49-F238E27FC236}">
                <ns2:creationId id="{A5EE5CB6-12A2-D35D-E4E9-8FD018AA5603}"/>
              </a:ext>
            </a:extLst>
          </cNvPr>
          <cNvSpPr txBox="1"/>
          <nvPr/>
        </nvSpPr>
        <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spPr>
        <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테스트15행 지점</a:t>
            </a:r>
            <a:r>
              <a:rPr lang="ko-KR" altLang="en-US" sz="12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/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txBody>
      </sp>
      <sp>
        <nvSpPr>
          <cNvPr id="22" name="Google Shape;22;p2">
            <a:extLst>
              <a:ext uri="{FF2B5EF4-FFF2-40B4-BE49-F238E27FC236}">
                <ns2:creationId id="{7E14A02F-F46F-1094-16ED-98E2F0DA2046}"/>
              </a:ext>
            </a:extLst>
          </cNvPr>
          <cNvSpPr txBox="1"/>
          <nvPr/>
        </nvSpPr>
        <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spPr>
        <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txBody>
      </sp>
      <graphicFrame>
        <nvGraphicFramePr>
          <cNvPr id="17" name="MENU_TABLE">
            <a:extLst>
              <a:ext uri="{FF2B5EF4-FFF2-40B4-BE49-F238E27FC236}">
                <ns2:creationId id="{FD0EAF99-6977-0928-BB3C-61B480A5CB79}"/>
              </a:ext>
            </a:extLst>
          </cNvPr>
          <cNvGraphicFramePr/>
          <nvPr>
            <extLst>
              <ext uri="{D42A27DB-BD31-4B8C-83A1-F6EECF244321}">
                <ns3:modId val="2103193087"/>
              </ext>
            </extLst>
          </nvPr>
        </nvGraphicFramePr>
        <xfrm>
          <a:off x="194988" y="1156203"/>
          <a:ext cx="7166525" cy="8804694"/>
        </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ns2:colId val="20000"/>
                    </a:ext>
                  </a:extLst>
                </a:gridCol>
                <a:gridCol w="1346400">
                  <a:extLst>
                    <a:ext uri="{9D8B030D-6E8A-4147-A177-3AD203B41FA5}">
                      <ns2:colId val="20001"/>
                    </a:ext>
                  </a:extLst>
                </a:gridCol>
                <a:gridCol w="1346400">
                  <a:extLst>
                    <a:ext uri="{9D8B030D-6E8A-4147-A177-3AD203B41FA5}">
                      <ns2:colId val="20002"/>
                    </a:ext>
                  </a:extLst>
                </a:gridCol>
                <a:gridCol w="1346400">
                  <a:extLst>
                    <a:ext uri="{9D8B030D-6E8A-4147-A177-3AD203B41FA5}">
                      <ns2:colId val="20003"/>
                    </a:ext>
                  </a:extLst>
                </a:gridCol>
                <a:gridCol w="1346400">
                  <a:extLst>
                    <a:ext uri="{9D8B030D-6E8A-4147-A177-3AD203B41FA5}">
                      <ns2:colId val="20004"/>
                    </a:ext>
                  </a:extLst>
                </a:gridCol>
                <a:gridCol w="1346400">
                  <a:extLst>
                    <a:ext uri="{9D8B030D-6E8A-4147-A177-3AD203B41FA5}">
                      <ns2:colId val="20005"/>
                    </a:ext>
                  </a:extLst>
                </a:gridCol>
              </a:tblGrid>
              <a:tr h="11933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1"/>
                  </a:ext>
                </a:extLst>
              </a:tr>
              <a:tr h="11455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2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ns2:rowId val="10014"/>
                  </a:ext>
                </a:extLst>
              </a:tr>
            </a:tbl>
          </a:graphicData>
        </a:graphic>
      </graphicFrame>
      <grpSp>
        <nvGrpSpPr>
          <cNvPr id="64" name="Google Shape;64;p2">
            <a:extLst>
              <a:ext uri="{FF2B5EF4-FFF2-40B4-BE49-F238E27FC236}">
                <ns2:creationId id="{813A8125-7AAD-9608-BE31-C4FCD26C9CF8}"/>
              </a:ext>
            </a:extLst>
          </cNvPr>
          <cNvGrpSpPr>
            <a:grpSpLocks noGrp="1" noUngrp="1" noRot="1" noMove="1" noResize="1"/>
          </cNvGrpSpPr>
          <nvPr/>
        </nvGrpSpPr>
        <grpSpPr>
          <a:xfrm>
            <a:off x="4985001" y="135923"/>
            <a:ext cx="1436533" cy="634167"/>
            <a:chOff x="2636838" y="3954463"/>
            <a:chExt cx="3836987" cy="1693863"/>
          </a:xfrm>
        </grpSpPr>
        <grpSp>
          <nvGrpSpPr>
            <cNvPr id="65" name="Google Shape;65;p2">
              <a:extLst>
                <a:ext uri="{FF2B5EF4-FFF2-40B4-BE49-F238E27FC236}">
                  <ns2:creationId id="{D030709F-E4F3-2BAA-709A-63A475F5CEA3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3303588" y="4951413"/>
              <a:ext cx="1827212" cy="696913"/>
              <a:chOff x="3303588" y="4951413"/>
              <a:chExt cx="1827212" cy="696913"/>
            </a:xfrm>
          </grpSpPr>
          <sp>
            <nvSpPr>
              <cNvPr id="66" name="Google Shape;66;p2">
                <a:extLst>
                  <a:ext uri="{FF2B5EF4-FFF2-40B4-BE49-F238E27FC236}">
                    <ns2:creationId id="{7F8539C4-C5F2-8185-996C-F4363F69671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67" name="Google Shape;67;p2">
                <a:extLst>
                  <a:ext uri="{FF2B5EF4-FFF2-40B4-BE49-F238E27FC236}">
                    <ns2:creationId id="{9F382793-5E82-3193-0104-6BDC18269E83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68" name="Google Shape;68;p2">
                <a:extLst>
                  <a:ext uri="{FF2B5EF4-FFF2-40B4-BE49-F238E27FC236}">
                    <ns2:creationId id="{19A79442-C8A4-EAD7-547B-7DF051D03AF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69" name="Google Shape;69;p2">
                <a:extLst>
                  <a:ext uri="{FF2B5EF4-FFF2-40B4-BE49-F238E27FC236}">
                    <ns2:creationId id="{4B5A9050-9183-9CC0-137A-EEA22B61E14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0" name="Google Shape;70;p2">
                <a:extLst>
                  <a:ext uri="{FF2B5EF4-FFF2-40B4-BE49-F238E27FC236}">
                    <ns2:creationId id="{4BB2C19B-16EF-A241-F5FD-0B177700C01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1" name="Google Shape;71;p2">
                <a:extLst>
                  <a:ext uri="{FF2B5EF4-FFF2-40B4-BE49-F238E27FC236}">
                    <ns2:creationId id="{11DE0B10-C65D-660F-4712-9E962E96B3F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2" name="Google Shape;72;p2">
                <a:extLst>
                  <a:ext uri="{FF2B5EF4-FFF2-40B4-BE49-F238E27FC236}">
                    <ns2:creationId id="{056BE128-7C94-EE65-EC5C-225EDEA45F4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3" name="Google Shape;73;p2">
                <a:extLst>
                  <a:ext uri="{FF2B5EF4-FFF2-40B4-BE49-F238E27FC236}">
                    <ns2:creationId id="{8A243E5C-ACA2-123A-EBAA-32DA6A9C0BF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4" name="Google Shape;74;p2">
                <a:extLst>
                  <a:ext uri="{FF2B5EF4-FFF2-40B4-BE49-F238E27FC236}">
                    <ns2:creationId id="{0C77F8F3-030B-90D0-1F99-8EC7CDAD65E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5" name="Google Shape;75;p2">
                <a:extLst>
                  <a:ext uri="{FF2B5EF4-FFF2-40B4-BE49-F238E27FC236}">
                    <ns2:creationId id="{94790ED0-2066-096D-E4FF-AEBBF319293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6" name="Google Shape;76;p2">
                <a:extLst>
                  <a:ext uri="{FF2B5EF4-FFF2-40B4-BE49-F238E27FC236}">
                    <ns2:creationId id="{D5C447C9-A315-B06D-7FBA-02CF77D96A6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7" name="Google Shape;77;p2">
                <a:extLst>
                  <a:ext uri="{FF2B5EF4-FFF2-40B4-BE49-F238E27FC236}">
                    <ns2:creationId id="{58E0D0AB-86C5-AC0A-16AA-D3757523DAA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8" name="Google Shape;78;p2">
                <a:extLst>
                  <a:ext uri="{FF2B5EF4-FFF2-40B4-BE49-F238E27FC236}">
                    <ns2:creationId id="{CC00A906-F989-8EE0-5C82-308AC2F68EE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79" name="Google Shape;79;p2">
                <a:extLst>
                  <a:ext uri="{FF2B5EF4-FFF2-40B4-BE49-F238E27FC236}">
                    <ns2:creationId id="{5D763AE3-A0C8-66C4-CB00-BB663A99018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0" name="Google Shape;80;p2">
                <a:extLst>
                  <a:ext uri="{FF2B5EF4-FFF2-40B4-BE49-F238E27FC236}">
                    <ns2:creationId id="{F86B4BFE-03B5-784F-A0C7-1CF707B0093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81" name="Google Shape;81;p2">
              <a:extLst>
                <a:ext uri="{FF2B5EF4-FFF2-40B4-BE49-F238E27FC236}">
                  <ns2:creationId id="{DFC96853-0BDC-FA5F-2069-78AEE4528BC6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4170363" y="4240213"/>
              <a:ext cx="898525" cy="842963"/>
              <a:chOff x="4170363" y="4240213"/>
              <a:chExt cx="898525" cy="842963"/>
            </a:xfrm>
          </grpSpPr>
          <sp>
            <nvSpPr>
              <cNvPr id="82" name="Google Shape;82;p2">
                <a:extLst>
                  <a:ext uri="{FF2B5EF4-FFF2-40B4-BE49-F238E27FC236}">
                    <ns2:creationId id="{D5969BFF-4514-3122-A890-CCB81D34E79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3" name="Google Shape;83;p2">
                <a:extLst>
                  <a:ext uri="{FF2B5EF4-FFF2-40B4-BE49-F238E27FC236}">
                    <ns2:creationId id="{97E8CB1B-5BC3-300D-A636-A17CBA664C2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4" name="Google Shape;84;p2">
                <a:extLst>
                  <a:ext uri="{FF2B5EF4-FFF2-40B4-BE49-F238E27FC236}">
                    <ns2:creationId id="{EEE621CF-AE61-C50B-6A81-F7E1ED01068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5" name="Google Shape;85;p2">
                <a:extLst>
                  <a:ext uri="{FF2B5EF4-FFF2-40B4-BE49-F238E27FC236}">
                    <ns2:creationId id="{66ABB63C-ABC2-B4AC-CFD7-D494908E01F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6" name="Google Shape;86;p2">
                <a:extLst>
                  <a:ext uri="{FF2B5EF4-FFF2-40B4-BE49-F238E27FC236}">
                    <ns2:creationId id="{7241B504-7A90-8CAE-11BE-5AD442ABBA3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7" name="Google Shape;87;p2">
                <a:extLst>
                  <a:ext uri="{FF2B5EF4-FFF2-40B4-BE49-F238E27FC236}">
                    <ns2:creationId id="{622EDCA2-D04F-9EDE-F74A-CD996644100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8" name="Google Shape;88;p2">
                <a:extLst>
                  <a:ext uri="{FF2B5EF4-FFF2-40B4-BE49-F238E27FC236}">
                    <ns2:creationId id="{1ED7467A-1539-EE23-605F-A11303E7582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89" name="Google Shape;89;p2">
                <a:extLst>
                  <a:ext uri="{FF2B5EF4-FFF2-40B4-BE49-F238E27FC236}">
                    <ns2:creationId id="{9118E488-9572-B769-3CC3-68C29B64D3B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0" name="Google Shape;90;p2">
                <a:extLst>
                  <a:ext uri="{FF2B5EF4-FFF2-40B4-BE49-F238E27FC236}">
                    <ns2:creationId id="{4BF9E944-8EA1-AC04-2A3B-6DF32D71AE7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1" name="Google Shape;91;p2">
                <a:extLst>
                  <a:ext uri="{FF2B5EF4-FFF2-40B4-BE49-F238E27FC236}">
                    <ns2:creationId id="{AAF33243-C9F8-293A-93CA-10811A2E3CA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92" name="Google Shape;92;p2">
              <a:extLst>
                <a:ext uri="{FF2B5EF4-FFF2-40B4-BE49-F238E27FC236}">
                  <ns2:creationId id="{8DCBC6FF-A4E4-D069-CA0B-9198A598D376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2636838" y="3954463"/>
              <a:ext cx="508000" cy="623888"/>
              <a:chOff x="2636838" y="3954463"/>
              <a:chExt cx="508000" cy="623888"/>
            </a:xfrm>
          </grpSpPr>
          <sp>
            <nvSpPr>
              <cNvPr id="93" name="Google Shape;93;p2">
                <a:extLst>
                  <a:ext uri="{FF2B5EF4-FFF2-40B4-BE49-F238E27FC236}">
                    <ns2:creationId id="{82BE63BD-59CA-FDCA-8C0B-7C981947EB7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4" name="Google Shape;94;p2">
                <a:extLst>
                  <a:ext uri="{FF2B5EF4-FFF2-40B4-BE49-F238E27FC236}">
                    <ns2:creationId id="{C1532786-613D-79B9-C45C-551ECDBACCA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5" name="Google Shape;95;p2">
                <a:extLst>
                  <a:ext uri="{FF2B5EF4-FFF2-40B4-BE49-F238E27FC236}">
                    <ns2:creationId id="{E3CDD5DA-BEDA-29D5-6416-B3504A2D2BE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6" name="Google Shape;96;p2">
                <a:extLst>
                  <a:ext uri="{FF2B5EF4-FFF2-40B4-BE49-F238E27FC236}">
                    <ns2:creationId id="{EA08C694-1928-24F1-4593-6595BB9263C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7" name="Google Shape;97;p2">
                <a:extLst>
                  <a:ext uri="{FF2B5EF4-FFF2-40B4-BE49-F238E27FC236}">
                    <ns2:creationId id="{0BC1EBBF-639C-3CE5-55F7-B9E54B2E713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8" name="Google Shape;98;p2">
                <a:extLst>
                  <a:ext uri="{FF2B5EF4-FFF2-40B4-BE49-F238E27FC236}">
                    <ns2:creationId id="{35CDDF97-3097-583D-9640-64674B9CC45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99" name="Google Shape;99;p2">
                <a:extLst>
                  <a:ext uri="{FF2B5EF4-FFF2-40B4-BE49-F238E27FC236}">
                    <ns2:creationId id="{6DC37B75-6017-FA26-05E6-CB8F8F72169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0" name="Google Shape;100;p2">
                <a:extLst>
                  <a:ext uri="{FF2B5EF4-FFF2-40B4-BE49-F238E27FC236}">
                    <ns2:creationId id="{B93F69DC-534B-36D9-3388-9C1C515D432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1" name="Google Shape;101;p2">
                <a:extLst>
                  <a:ext uri="{FF2B5EF4-FFF2-40B4-BE49-F238E27FC236}">
                    <ns2:creationId id="{7E713C26-E061-FCDF-D13F-86B105A176E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2" name="Google Shape;102;p2">
                <a:extLst>
                  <a:ext uri="{FF2B5EF4-FFF2-40B4-BE49-F238E27FC236}">
                    <ns2:creationId id="{290BDC0D-8639-E292-3CD8-9527226FF29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3" name="Google Shape;103;p2">
                <a:extLst>
                  <a:ext uri="{FF2B5EF4-FFF2-40B4-BE49-F238E27FC236}">
                    <ns2:creationId id="{C5F036E3-D6DC-C334-FF3F-B322D4E543E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4" name="Google Shape;104;p2">
                <a:extLst>
                  <a:ext uri="{FF2B5EF4-FFF2-40B4-BE49-F238E27FC236}">
                    <ns2:creationId id="{44880369-296E-A137-6D5B-8FAC02442D8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5" name="Google Shape;105;p2">
                <a:extLst>
                  <a:ext uri="{FF2B5EF4-FFF2-40B4-BE49-F238E27FC236}">
                    <ns2:creationId id="{A3E30CAD-1851-7BA1-1804-BEC9D57A867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6" name="Google Shape;106;p2">
                <a:extLst>
                  <a:ext uri="{FF2B5EF4-FFF2-40B4-BE49-F238E27FC236}">
                    <ns2:creationId id="{87EF06F2-7023-A9D5-2950-30EAFFFA316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7" name="Google Shape;107;p2">
                <a:extLst>
                  <a:ext uri="{FF2B5EF4-FFF2-40B4-BE49-F238E27FC236}">
                    <ns2:creationId id="{467D1553-5683-817F-FF15-8558D291B89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8" name="Google Shape;108;p2">
                <a:extLst>
                  <a:ext uri="{FF2B5EF4-FFF2-40B4-BE49-F238E27FC236}">
                    <ns2:creationId id="{890EB953-E192-ECB8-343A-045E8BCA9FA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09" name="Google Shape;109;p2">
                <a:extLst>
                  <a:ext uri="{FF2B5EF4-FFF2-40B4-BE49-F238E27FC236}">
                    <ns2:creationId id="{B00894EE-0A33-B3FB-15A0-3AF54D6BB13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0" name="Google Shape;110;p2">
                <a:extLst>
                  <a:ext uri="{FF2B5EF4-FFF2-40B4-BE49-F238E27FC236}">
                    <ns2:creationId id="{CF68510D-C5C0-8C5A-7737-C70CA19F7AD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1" name="Google Shape;111;p2">
                <a:extLst>
                  <a:ext uri="{FF2B5EF4-FFF2-40B4-BE49-F238E27FC236}">
                    <ns2:creationId id="{A86B13C4-3DA8-2AFC-FD53-4D4E7998E5E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12" name="Google Shape;112;p2">
              <a:extLst>
                <a:ext uri="{FF2B5EF4-FFF2-40B4-BE49-F238E27FC236}">
                  <ns2:creationId id="{6E71BFA0-2950-6FCE-FF20-58B77E0CF6D1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5054600" y="4859338"/>
              <a:ext cx="1117600" cy="620713"/>
              <a:chOff x="5054600" y="4859338"/>
              <a:chExt cx="1117600" cy="620713"/>
            </a:xfrm>
          </grpSpPr>
          <sp>
            <nvSpPr>
              <cNvPr id="113" name="Google Shape;113;p2">
                <a:extLst>
                  <a:ext uri="{FF2B5EF4-FFF2-40B4-BE49-F238E27FC236}">
                    <ns2:creationId id="{175400DC-7EF6-6419-BC04-959EEB5C1B1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4" name="Google Shape;114;p2">
                <a:extLst>
                  <a:ext uri="{FF2B5EF4-FFF2-40B4-BE49-F238E27FC236}">
                    <ns2:creationId id="{43E2E6D6-6FD2-ADF2-63BB-9DE30A7A5E63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5" name="Google Shape;115;p2">
                <a:extLst>
                  <a:ext uri="{FF2B5EF4-FFF2-40B4-BE49-F238E27FC236}">
                    <ns2:creationId id="{E07E85E0-B402-99C8-EFB0-4C0970FBF76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6" name="Google Shape;116;p2">
                <a:extLst>
                  <a:ext uri="{FF2B5EF4-FFF2-40B4-BE49-F238E27FC236}">
                    <ns2:creationId id="{BC6A9363-8D5E-D4C3-4721-4BCAFBE3B77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7" name="Google Shape;117;p2">
                <a:extLst>
                  <a:ext uri="{FF2B5EF4-FFF2-40B4-BE49-F238E27FC236}">
                    <ns2:creationId id="{13D59CA0-46FA-0B52-643A-3F0F74374BE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8" name="Google Shape;118;p2">
                <a:extLst>
                  <a:ext uri="{FF2B5EF4-FFF2-40B4-BE49-F238E27FC236}">
                    <ns2:creationId id="{D9BB50DC-E901-A970-D362-5402A3C26D6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19" name="Google Shape;119;p2">
                <a:extLst>
                  <a:ext uri="{FF2B5EF4-FFF2-40B4-BE49-F238E27FC236}">
                    <ns2:creationId id="{F62860CC-6B87-9FED-A039-7A7E39DACD6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0" name="Google Shape;120;p2">
                <a:extLst>
                  <a:ext uri="{FF2B5EF4-FFF2-40B4-BE49-F238E27FC236}">
                    <ns2:creationId id="{BE9D732C-D59D-A0C0-18CF-ABB3A4A4744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1" name="Google Shape;121;p2">
                <a:extLst>
                  <a:ext uri="{FF2B5EF4-FFF2-40B4-BE49-F238E27FC236}">
                    <ns2:creationId id="{5F895CAE-2899-CDFE-9861-0D44E3A2B4B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2" name="Google Shape;122;p2">
                <a:extLst>
                  <a:ext uri="{FF2B5EF4-FFF2-40B4-BE49-F238E27FC236}">
                    <ns2:creationId id="{1450CF73-A459-06A8-332D-E6CFF5E60CD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3" name="Google Shape;123;p2">
                <a:extLst>
                  <a:ext uri="{FF2B5EF4-FFF2-40B4-BE49-F238E27FC236}">
                    <ns2:creationId id="{DA1585C8-3AAD-6150-8C21-D8B1044C2CF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4" name="Google Shape;124;p2">
                <a:extLst>
                  <a:ext uri="{FF2B5EF4-FFF2-40B4-BE49-F238E27FC236}">
                    <ns2:creationId id="{6EA70645-F5EA-9E21-3460-F9A491C40C54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5" name="Google Shape;125;p2">
                <a:extLst>
                  <a:ext uri="{FF2B5EF4-FFF2-40B4-BE49-F238E27FC236}">
                    <ns2:creationId id="{82DEEF24-E831-E6A2-1ECD-0CAA7B4071D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6" name="Google Shape;126;p2">
                <a:extLst>
                  <a:ext uri="{FF2B5EF4-FFF2-40B4-BE49-F238E27FC236}">
                    <ns2:creationId id="{F9270554-F465-3EB1-4180-AD87480B6C5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27" name="Google Shape;127;p2">
                <a:extLst>
                  <a:ext uri="{FF2B5EF4-FFF2-40B4-BE49-F238E27FC236}">
                    <ns2:creationId id="{B4A4CBFB-1C66-C8C4-396E-7852F34A0CB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28" name="Google Shape;128;p2">
              <a:extLst>
                <a:ext uri="{FF2B5EF4-FFF2-40B4-BE49-F238E27FC236}">
                  <ns2:creationId id="{6951D274-577E-4C9D-10E7-61B3B1A30F65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6286500" y="4689476"/>
              <a:ext cx="187325" cy="311150"/>
              <a:chOff x="6286500" y="4689476"/>
              <a:chExt cx="187325" cy="311150"/>
            </a:xfrm>
          </grpSpPr>
          <sp>
            <nvSpPr>
              <cNvPr id="129" name="Google Shape;129;p2">
                <a:extLst>
                  <a:ext uri="{FF2B5EF4-FFF2-40B4-BE49-F238E27FC236}">
                    <ns2:creationId id="{7469082A-3FF6-797A-F992-89661A4054B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0" name="Google Shape;130;p2">
                <a:extLst>
                  <a:ext uri="{FF2B5EF4-FFF2-40B4-BE49-F238E27FC236}">
                    <ns2:creationId id="{B4996655-E930-A198-7D2A-3FA333789B1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1" name="Google Shape;131;p2">
                <a:extLst>
                  <a:ext uri="{FF2B5EF4-FFF2-40B4-BE49-F238E27FC236}">
                    <ns2:creationId id="{7A1CBBFE-5DC3-979B-1099-61BDC610FAD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2" name="Google Shape;132;p2">
                <a:extLst>
                  <a:ext uri="{FF2B5EF4-FFF2-40B4-BE49-F238E27FC236}">
                    <ns2:creationId id="{DCA859D4-CA4B-7D0C-E97F-1926A9D6712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3" name="Google Shape;133;p2">
                <a:extLst>
                  <a:ext uri="{FF2B5EF4-FFF2-40B4-BE49-F238E27FC236}">
                    <ns2:creationId id="{AE5F4819-8B25-FC32-7989-FBC0432B837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4" name="Google Shape;134;p2">
                <a:extLst>
                  <a:ext uri="{FF2B5EF4-FFF2-40B4-BE49-F238E27FC236}">
                    <ns2:creationId id="{5B5D44CB-0BD0-A6B0-B780-34252F48D71D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5" name="Google Shape;135;p2">
                <a:extLst>
                  <a:ext uri="{FF2B5EF4-FFF2-40B4-BE49-F238E27FC236}">
                    <ns2:creationId id="{C660144F-09E7-D5A8-867A-64F21F1AA45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36" name="Google Shape;136;p2">
              <a:extLst>
                <a:ext uri="{FF2B5EF4-FFF2-40B4-BE49-F238E27FC236}">
                  <ns2:creationId id="{2400AFAA-8315-DA61-850F-6D3536987C55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3009900" y="4746626"/>
              <a:ext cx="333375" cy="200025"/>
              <a:chOff x="3009900" y="4746626"/>
              <a:chExt cx="333375" cy="200025"/>
            </a:xfrm>
          </grpSpPr>
          <sp>
            <nvSpPr>
              <cNvPr id="137" name="Google Shape;137;p2">
                <a:extLst>
                  <a:ext uri="{FF2B5EF4-FFF2-40B4-BE49-F238E27FC236}">
                    <ns2:creationId id="{C160E032-225B-38D5-89B8-AAC8CF6E8A5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8" name="Google Shape;138;p2">
                <a:extLst>
                  <a:ext uri="{FF2B5EF4-FFF2-40B4-BE49-F238E27FC236}">
                    <ns2:creationId id="{BB9CD7B6-8D36-10FE-86FB-E8162E1E4AF1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39" name="Google Shape;139;p2">
                <a:extLst>
                  <a:ext uri="{FF2B5EF4-FFF2-40B4-BE49-F238E27FC236}">
                    <ns2:creationId id="{7EFD7D83-B1BA-88DB-D249-12DFB24CAFF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0" name="Google Shape;140;p2">
                <a:extLst>
                  <a:ext uri="{FF2B5EF4-FFF2-40B4-BE49-F238E27FC236}">
                    <ns2:creationId id="{E4BC31A4-FFF7-B56B-B498-E47FC33814B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1" name="Google Shape;141;p2">
                <a:extLst>
                  <a:ext uri="{FF2B5EF4-FFF2-40B4-BE49-F238E27FC236}">
                    <ns2:creationId id="{76FA0A10-733D-9015-3652-C3339C94EDAE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2" name="Google Shape;142;p2">
                <a:extLst>
                  <a:ext uri="{FF2B5EF4-FFF2-40B4-BE49-F238E27FC236}">
                    <ns2:creationId id="{1B0F1E53-3C64-FDA6-B83A-2FC35E820E18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3" name="Google Shape;143;p2">
                <a:extLst>
                  <a:ext uri="{FF2B5EF4-FFF2-40B4-BE49-F238E27FC236}">
                    <ns2:creationId id="{89B506C0-1EBD-26B7-B475-54EA9302F6F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44" name="Google Shape;144;p2">
              <a:extLst>
                <a:ext uri="{FF2B5EF4-FFF2-40B4-BE49-F238E27FC236}">
                  <ns2:creationId id="{4561077A-241A-8FDA-71C8-BF3B3B2D819D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5138738" y="4387851"/>
              <a:ext cx="250824" cy="255588"/>
              <a:chOff x="5138738" y="4387851"/>
              <a:chExt cx="250824" cy="255588"/>
            </a:xfrm>
          </grpSpPr>
          <sp>
            <nvSpPr>
              <cNvPr id="145" name="Google Shape;145;p2">
                <a:extLst>
                  <a:ext uri="{FF2B5EF4-FFF2-40B4-BE49-F238E27FC236}">
                    <ns2:creationId id="{C77A54D9-9C79-D565-7F7A-F23CC706A38A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6" name="Google Shape;146;p2">
                <a:extLst>
                  <a:ext uri="{FF2B5EF4-FFF2-40B4-BE49-F238E27FC236}">
                    <ns2:creationId id="{B7355ABB-6620-2BDD-F453-FD3AB94F667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7" name="Google Shape;147;p2">
                <a:extLst>
                  <a:ext uri="{FF2B5EF4-FFF2-40B4-BE49-F238E27FC236}">
                    <ns2:creationId id="{69761636-E466-02EB-8E40-1FB2AC649AA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8" name="Google Shape;148;p2">
                <a:extLst>
                  <a:ext uri="{FF2B5EF4-FFF2-40B4-BE49-F238E27FC236}">
                    <ns2:creationId id="{B04047C6-F090-FB02-3089-5D75D9C0631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49" name="Google Shape;149;p2">
                <a:extLst>
                  <a:ext uri="{FF2B5EF4-FFF2-40B4-BE49-F238E27FC236}">
                    <ns2:creationId id="{B2C52E91-A7D5-3C52-6A07-1978E675910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0" name="Google Shape;150;p2">
                <a:extLst>
                  <a:ext uri="{FF2B5EF4-FFF2-40B4-BE49-F238E27FC236}">
                    <ns2:creationId id="{1B2497EB-98F2-8146-5D81-BE285794BDE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1" name="Google Shape;151;p2">
                <a:extLst>
                  <a:ext uri="{FF2B5EF4-FFF2-40B4-BE49-F238E27FC236}">
                    <ns2:creationId id="{C26658F4-7BFF-764E-C16A-4D2F39E901D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2" name="Google Shape;152;p2">
                <a:extLst>
                  <a:ext uri="{FF2B5EF4-FFF2-40B4-BE49-F238E27FC236}">
                    <ns2:creationId id="{E8BEE0F2-386E-FF91-0BA1-66ED6436E3F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3" name="Google Shape;153;p2">
                <a:extLst>
                  <a:ext uri="{FF2B5EF4-FFF2-40B4-BE49-F238E27FC236}">
                    <ns2:creationId id="{ECCC2455-8139-F9F8-5226-9CE254EEA8DF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4" name="Google Shape;154;p2">
                <a:extLst>
                  <a:ext uri="{FF2B5EF4-FFF2-40B4-BE49-F238E27FC236}">
                    <ns2:creationId id="{CCB5B49F-5F4A-9E61-2744-B1EB8F7E54F7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  <grpSp>
          <nvGrpSpPr>
            <cNvPr id="155" name="Google Shape;155;p2">
              <a:extLst>
                <a:ext uri="{FF2B5EF4-FFF2-40B4-BE49-F238E27FC236}">
                  <ns2:creationId id="{BD901900-C02C-63B5-C880-EC3C1C453DD2}"/>
                </a:ext>
              </a:extLst>
            </cNvPr>
            <cNvGrpSpPr>
              <a:grpSpLocks noGrp="1" noUngrp="1" noRot="1" noMove="1" noResize="1"/>
            </cNvGrpSpPr>
            <nvPr/>
          </nvGrpSpPr>
          <grpSpPr>
            <a:xfrm>
              <a:off x="3219450" y="4289426"/>
              <a:ext cx="236537" cy="257175"/>
              <a:chOff x="3219450" y="4289426"/>
              <a:chExt cx="236537" cy="257175"/>
            </a:xfrm>
          </grpSpPr>
          <sp>
            <nvSpPr>
              <cNvPr id="156" name="Google Shape;156;p2">
                <a:extLst>
                  <a:ext uri="{FF2B5EF4-FFF2-40B4-BE49-F238E27FC236}">
                    <ns2:creationId id="{C255B28E-36A3-9F7B-70FE-6D0E5ECD7E56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7" name="Google Shape;157;p2">
                <a:extLst>
                  <a:ext uri="{FF2B5EF4-FFF2-40B4-BE49-F238E27FC236}">
                    <ns2:creationId id="{22ADD940-5D0A-7305-A928-E415DC01AA8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8" name="Google Shape;158;p2">
                <a:extLst>
                  <a:ext uri="{FF2B5EF4-FFF2-40B4-BE49-F238E27FC236}">
                    <ns2:creationId id="{B311F96F-C211-FBD9-36FB-18E1C8D64219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59" name="Google Shape;159;p2">
                <a:extLst>
                  <a:ext uri="{FF2B5EF4-FFF2-40B4-BE49-F238E27FC236}">
                    <ns2:creationId id="{745A7C11-652D-483F-BC50-8D3F30CD5C40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0" name="Google Shape;160;p2">
                <a:extLst>
                  <a:ext uri="{FF2B5EF4-FFF2-40B4-BE49-F238E27FC236}">
                    <ns2:creationId id="{F7E9D733-25B7-7D83-76C8-1F397261F155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1" name="Google Shape;161;p2">
                <a:extLst>
                  <a:ext uri="{FF2B5EF4-FFF2-40B4-BE49-F238E27FC236}">
                    <ns2:creationId id="{44B67308-F557-C58B-0D58-DF8FD0BA3A6B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2" name="Google Shape;162;p2">
                <a:extLst>
                  <a:ext uri="{FF2B5EF4-FFF2-40B4-BE49-F238E27FC236}">
                    <ns2:creationId id="{156189AE-CB79-24E0-A04F-AA4BDB389256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3" name="Google Shape;163;p2">
                <a:extLst>
                  <a:ext uri="{FF2B5EF4-FFF2-40B4-BE49-F238E27FC236}">
                    <ns2:creationId id="{2546A112-3166-FFA1-FA22-52F4C146147C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4" name="Google Shape;164;p2">
                <a:extLst>
                  <a:ext uri="{FF2B5EF4-FFF2-40B4-BE49-F238E27FC236}">
                    <ns2:creationId id="{0A2664A1-8455-B2DD-682E-335D531CE392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  <sp>
            <nvSpPr>
              <cNvPr id="165" name="Google Shape;165;p2">
                <a:extLst>
                  <a:ext uri="{FF2B5EF4-FFF2-40B4-BE49-F238E27FC236}">
                    <ns2:creationId id="{9337336A-59CE-4FD8-C0B1-D2A00CBA1FD3}"/>
                  </a:ext>
                </a:extLst>
              </cNvPr>
              <cNvSpPr>
                <a:spLocks noGrp="1" noRot="1" noMove="1" noResize="1" noEditPoints="1" noAdjustHandles="1" noChangeArrowheads="1" noChangeShapeType="1"/>
              </cNvSpPr>
              <nvPr/>
            </nvSpPr>
            <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spPr>
            <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txBody>
          </sp>
        </grpSp>
      </grpSp>
      <grpSp>
        <nvGrpSpPr>
          <cNvPr id="10" name="그룹 9">
            <a:extLst>
              <a:ext uri="{FF2B5EF4-FFF2-40B4-BE49-F238E27FC236}">
                <ns2:creationId id="{60B7A35F-4461-49C3-5F0F-D6E036B37ED8}"/>
              </a:ext>
            </a:extLst>
          </cNvPr>
          <cNvGrpSpPr/>
          <nvPr/>
        </nvGrpSpPr>
        <grpSpPr>
          <a:xfrm>
            <a:off x="229924" y="10035120"/>
            <a:ext cx="7146829" cy="323165"/>
            <a:chOff x="194988" y="9900789"/>
            <a:chExt cx="7146829" cy="323165"/>
          </a:xfrm>
        </grpSpPr>
        <sp>
          <nvSpPr>
            <cNvPr id="19" name="ALLERGY_BOX">
              <a:extLst>
                <a:ext uri="{FF2B5EF4-FFF2-40B4-BE49-F238E27FC236}">
                  <ns2:creationId id="{F2850D80-8400-BCED-E007-95FE5EAB099F}"/>
                </a:ext>
              </a:extLst>
            </cNvPr>
            <cNvSpPr/>
            <nvPr/>
          </nvSpPr>
          <spPr>
            <a:xfrm>
              <a:off x="194988" y="9945193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식품수급에 따라 변경될 수 있습니다. I kizmeal 영양사 I  I www.kizmeal.com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/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txBody>
        </sp>
        <pic>
          <nvPicPr>
            <cNvPr id="8" name="그래픽 118">
              <a:extLst>
                <a:ext uri="{FF2B5EF4-FFF2-40B4-BE49-F238E27FC236}">
                  <ns2:creationId id="{1D157731-307A-FF75-5D5D-5D7937AB1CF5}"/>
                </a:ext>
              </a:extLst>
            </cNvPr>
            <cNvPicPr>
              <a:picLocks noChangeAspect="1" noChangeArrowheads="1"/>
            </cNvPicPr>
            <nvPr/>
          </nvPicPr>
          <blipFill>
            <a:blip r:embed="rId3">
              <a:extLst>
                <a:ext uri="{28A0092B-C50C-407E-A947-70E740481C1C}">
                  <ns5:useLocalDpi val="0"/>
                </a:ext>
              </a:extLst>
            </a:blip>
            <a:srcRect/>
            <a:stretch>
              <a:fillRect/>
            </a:stretch>
          </blipFill>
          <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5:hiddenFill>
                  <a:solidFill>
                    <a:srgbClr val="FFFFFF"/>
                  </a:solidFill>
                </ns5:hiddenFill>
              </a:ext>
              <a:ext uri="{91240B29-F687-4F45-9708-019B960494DF}">
                <ns5:hiddenLine w="9525">
                  <a:solidFill>
                    <a:srgbClr val="000000"/>
                  </a:solidFill>
                  <a:miter lim="800000"/>
                  <a:headEnd/>
                  <a:tailEnd/>
                </ns5:hiddenLine>
              </a:ext>
            </a:extLst>
          </spPr>
        </pic>
      </grpSp>
      <grpSp>
        <nvGrpSpPr>
          <cNvPr id="3" name="그룹 2">
            <a:extLst>
              <a:ext uri="{FF2B5EF4-FFF2-40B4-BE49-F238E27FC236}">
                <ns2:creationId id="{EA9FAA8D-392A-F683-23E8-3D3DF97AE526}"/>
              </a:ext>
            </a:extLst>
          </cNvPr>
          <cNvGrpSpPr/>
          <nvPr/>
        </nvGrpSpPr>
        <grpSpPr>
          <a:xfrm>
            <a:off x="637929" y="854683"/>
            <a:ext cx="6711703" cy="298397"/>
            <a:chOff x="618004" y="854683"/>
            <a:chExt cx="6711703" cy="298397"/>
          </a:xfrm>
        </grpSpPr>
        <sp>
          <nvSpPr>
            <cNvPr id="6" name="Google Shape;25;p2">
              <a:extLst>
                <a:ext uri="{FF2B5EF4-FFF2-40B4-BE49-F238E27FC236}">
                  <ns2:creationId id="{FB483C0B-1365-7A2B-40A0-B2729DDC9263}"/>
                </a:ext>
              </a:extLst>
            </cNvPr>
            <cNvSpPr/>
            <nvPr/>
          </nvSpPr>
          <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7" name="Google Shape;25;p2">
              <a:extLst>
                <a:ext uri="{FF2B5EF4-FFF2-40B4-BE49-F238E27FC236}">
                  <ns2:creationId id="{8B83643B-338C-C6F8-4E90-A8EF04B219B0}"/>
                </a:ext>
              </a:extLst>
            </cNvPr>
            <cNvSpPr/>
            <nvPr/>
          </nvSpPr>
          <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2" name="Google Shape;25;p2">
              <a:extLst>
                <a:ext uri="{FF2B5EF4-FFF2-40B4-BE49-F238E27FC236}">
                  <ns2:creationId id="{08DF9732-B797-2F3C-5AD7-A7ACC9B90A21}"/>
                </a:ext>
              </a:extLst>
            </cNvPr>
            <cNvSpPr/>
            <nvPr/>
          </nvSpPr>
          <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3" name="Google Shape;25;p2">
              <a:extLst>
                <a:ext uri="{FF2B5EF4-FFF2-40B4-BE49-F238E27FC236}">
                  <ns2:creationId id="{46A0EF80-F0B5-B293-7945-D8B6F0F2F459}"/>
                </a:ext>
              </a:extLst>
            </cNvPr>
            <cNvSpPr/>
            <nvPr/>
          </nvSpPr>
          <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4" name="Google Shape;25;p2">
              <a:extLst>
                <a:ext uri="{FF2B5EF4-FFF2-40B4-BE49-F238E27FC236}">
                  <ns2:creationId id="{1E0C0E49-3149-E717-A359-E63939DA0488}"/>
                </a:ext>
              </a:extLst>
            </cNvPr>
            <cNvSpPr/>
            <nvPr/>
          </nvSpPr>
          <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spPr>
          <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5" name="Google Shape;26;p2">
              <a:extLst>
                <a:ext uri="{FF2B5EF4-FFF2-40B4-BE49-F238E27FC236}">
                  <ns2:creationId id="{8E5E21AA-E209-F89C-5C13-CC2C300988DF}"/>
                </a:ext>
              </a:extLst>
            </cNvPr>
            <cNvSpPr txBox="1"/>
            <nvPr/>
          </nvSpPr>
          <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6" name="Google Shape;29;p2">
              <a:extLst>
                <a:ext uri="{FF2B5EF4-FFF2-40B4-BE49-F238E27FC236}">
                  <ns2:creationId id="{D1267E4B-B66F-1819-0F48-FA5652DE33ED}"/>
                </a:ext>
              </a:extLst>
            </cNvPr>
            <cNvSpPr txBox="1"/>
            <nvPr/>
          </nvSpPr>
          <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18" name="Google Shape;32;p2">
              <a:extLst>
                <a:ext uri="{FF2B5EF4-FFF2-40B4-BE49-F238E27FC236}">
                  <ns2:creationId id="{EB6B79E6-643B-C59A-19DA-2381717F94C5}"/>
                </a:ext>
              </a:extLst>
            </cNvPr>
            <cNvSpPr txBox="1"/>
            <nvPr/>
          </nvSpPr>
          <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20" name="Google Shape;35;p2">
              <a:extLst>
                <a:ext uri="{FF2B5EF4-FFF2-40B4-BE49-F238E27FC236}">
                  <ns2:creationId id="{87EE6E11-97E5-8DC8-3595-F4B2DA26503B}"/>
                </a:ext>
              </a:extLst>
            </cNvPr>
            <cNvSpPr txBox="1"/>
            <nvPr/>
          </nvSpPr>
          <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  <sp>
          <nvSpPr>
            <cNvPr id="23" name="Google Shape;63;p2">
              <a:extLst>
                <a:ext uri="{FF2B5EF4-FFF2-40B4-BE49-F238E27FC236}">
                  <ns2:creationId id="{9FCD7BE1-32CE-14AF-63FD-25AEFBB4CB7B}"/>
                </a:ext>
              </a:extLst>
            </cNvPr>
            <cNvSpPr txBox="1"/>
            <nvPr/>
          </nvSpPr>
          <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spPr>
          <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txBody>
        </sp>
      </grpSp>
      <pic>
        <nvPicPr>
          <cNvPr id="4" name="그림 3"/>
          <cNvPicPr>
            <a:picLocks noChangeAspect="1"/>
          </cNvPicPr>
          <nvPr/>
        </nvPicPr>
        <blipFill>
          <a:blip r:embed="rId4"/>
          <a:stretch>
            <a:fillRect/>
          </a:stretch>
        </blipFill>
        <spPr>
          <a:xfrm>
            <a:off x="3379966" y="8422882"/>
            <a:ext cx="643770" cy="807807"/>
          </a:xfrm>
          <a:prstGeom prst="rect">
            <a:avLst/>
          </a:prstGeom>
        </spPr>
      </pic>
      <sp>
        <nvSpPr>
          <cNvPr id="9" name="ORIGIN_BOX"/>
          <cNvSpPr txBox="1"/>
          <nvPr/>
        </nvSpPr>
        <spPr>
          <a:xfrm>
            <a:off x="3997875" y="8395899"/>
            <a:ext cx="3394738" cy="861774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pPr algn="l"/>
            <a:r>
              <a:rPr lang="ko-KR" sz="1000" b="1" dirty="0"/>
              <a:t>원산지 표기</a:t>
            </a:r>
          </a:p>
          <a:p>
            <a:r>
              <a:rPr lang="ko-KR" sz="800" dirty="0"/>
              <a:t>쌀-현미·흑미·찹쌀(국내산 친환경), 소고기(국내산 육우), 돼지고기(국내산), 닭고기(국내산), 달걀(국내산 친환경), 두부(국내산 친환경 콩), 시금치·당근·양파·감자·고추(국내산 친환경), 김치(국내산 친환경), 멸치(국내산), 미역(국내산), 된장·간장·고추장(국내산 친환경), 참기름(국내산), 식용유(수입산 대두), 밀가루(수입산)</a:t>
            </a:r>
          </a:p>
          <a:p>
            <a:r>
              <a:rPr lang="ko-KR" sz="800" dirty="0"/>
              <a:t>※ 원산지는 변동될 수 있으며, 변경 시 별도 공지합니다.</a:t>
            </a:r>
          </a:p>
        </txBody>
      </sp>
      <sp>
        <nvSpPr>
          <cNvPr id="11" name="MATERIAL_BOX"/>
          <cNvSpPr txBox="1"/>
          <nvPr/>
        </nvSpPr>
        <spPr>
          <a:xfrm>
            <a:off x="3445111" y="9316195"/>
            <a:ext cx="3896706" cy="584775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pPr algn="l"/>
            <a:r>
              <a:rPr lang="ko-KR" sz="900" b="1" dirty="0"/>
              <a:t>* 원재료 표시안내 *</a:t>
            </a:r>
          </a:p>
          <a:p>
            <a:r>
              <a:rPr lang="ko-KR" sz="800" dirty="0"/>
              <a:t>달걀①, 우유②, 밀③, 땅콩⑤, 대두⑥, 밀③, 고등어⑧, 게⑨, 새우⑩, 돼지고기⑪, 복숭아⑫, 토마토⑬, 아황산류⑭, 호두⑮, 닭고기⑯, 쇠고기⑰, 오징어⑱, 조개류⑲</a:t>
            </a:r>
          </a:p>
          <a:p>
            <a:r>
              <a:rPr lang="ko-KR" sz="800" dirty="0"/>
              <a:t>키즈밀은 엄선된 친환경 및 국내산 식자재를 선별하여 사용하고, 화학첨가물이 들어있는 가공식품은 최대한 배제하여 올바른 식습관 확립 및 균형 잡힌 영양을 제공합니다.</a:t>
            </a:r>
          </a:p>
        </txBody>
      </sp>
      <sp>
        <nvSpPr>
          <cNvPr id="24" name="TextBox 23"/>
          <cNvSpPr txBox="1"/>
          <nvPr/>
        </nvSpPr>
        <spPr>
          <a:xfrm>
            <a:off x="194988" y="424009"/>
            <a:ext cx="1173444" cy="369332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txBody>
      </sp>
      <pic>
        <nvPicPr>
          <cNvPr id="28" name="그림 27"/>
          <cNvPicPr>
            <a:picLocks noChangeAspect="1"/>
          </cNvPicPr>
          <nvPr/>
        </nvPicPr>
        <blipFill>
          <a:blip r:embed="rId5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 rot="21427361">
            <a:off x="1157627" y="238384"/>
            <a:ext cx="1164709" cy="531426"/>
          </a:xfrm>
          <a:prstGeom prst="rect">
            <a:avLst/>
          </a:prstGeom>
        </spPr>
      </pic>
      <pic>
        <nvPicPr>
          <cNvPr id="5" name="그림 4"/>
          <cNvPicPr>
            <a:picLocks noChangeAspect="1"/>
          </cNvPicPr>
          <nvPr/>
        </nvPicPr>
        <blipFill>
          <a:blip r:embed="rId6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blipFill>
        <spPr>
          <a:xfrm>
            <a:off x="3328592" y="1205600"/>
            <a:ext cx="1335864" cy="1709698"/>
          </a:xfrm>
          <a:prstGeom prst="rect">
            <a:avLst/>
          </a:prstGeom>
        </spPr>
      </pic>
      <sp>
        <nvSpPr>
          <cNvPr id="27" name="TextBox 26"/>
          <cNvSpPr txBox="1"/>
          <nvPr/>
        </nvSpPr>
        <spPr>
          <a:xfrm>
            <a:off x="3565230" y="1479043"/>
            <a:ext cx="853440" cy="246221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txBody>
      </sp>
      <grpSp>
        <nvGrpSpPr>
          <cNvPr id="26" name="그룹 25"/>
          <cNvGrpSpPr/>
          <nvPr/>
        </nvGrpSpPr>
        <grpSpPr>
          <a:xfrm>
            <a:off x="630121" y="1172160"/>
            <a:ext cx="5684917" cy="7375814"/>
            <a:chOff x="630121" y="1172160"/>
            <a:chExt cx="5684917" cy="7375814"/>
          </a:xfrm>
        </grpSpPr>
        <grpSp>
          <nvGrpSpPr>
            <cNvPr id="2" name="그룹 1"/>
            <cNvGrpSpPr/>
            <nvPr/>
          </nvGrpSpPr>
          <grpSpPr>
            <a:xfrm>
              <a:off x="630121" y="1172160"/>
              <a:ext cx="5684917" cy="7375814"/>
              <a:chOff x="630121" y="1172160"/>
              <a:chExt cx="5684917" cy="7375814"/>
            </a:xfrm>
          </grpSpPr>
          <grpSp>
            <nvGrpSpPr>
              <cNvPr id="36" name="Google Shape;36;p2">
                <a:extLst>
                  <a:ext uri="{FF2B5EF4-FFF2-40B4-BE49-F238E27FC236}">
                    <ns2:creationId id="{351B882D-32A2-1AEA-E625-69A54A120CAE}"/>
                  </a:ext>
                </a:extLst>
              </cNvPr>
              <cNvGrpSpPr/>
              <nvPr/>
            </nvGrpSpPr>
            <grpSpPr>
              <a:xfrm>
                <a:off x="637928" y="1172160"/>
                <a:ext cx="5677110" cy="5588358"/>
                <a:chOff x="618003" y="1156662"/>
                <a:chExt cx="5677110" cy="5588358"/>
              </a:xfrm>
            </grpSpPr>
            <sp>
              <nvSpPr>
                <cNvPr id="37" name="Google Shape;37;p2">
                  <a:extLst>
                    <a:ext uri="{FF2B5EF4-FFF2-40B4-BE49-F238E27FC236}">
                      <ns2:creationId id="{2DA118F4-3362-50F0-23BA-73A82E35316D}"/>
                    </a:ext>
                  </a:extLst>
                </cNvPr>
                <cNvSpPr txBox="1"/>
                <nvPr/>
              </nvSpPr>
              <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spPr>
              <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txBody>
            </sp>
          </grpSp>
        </grpSp>
      </grpSp>
    </spTree>
    <extLst>
      <ext uri="{BB962C8B-B14F-4D97-AF65-F5344CB8AC3E}">
        <ns3:creationId val="1821667787"/>
      </ext>
    </extLst>
  </cSld>
  <clrMapOvr>
    <a:masterClrMapping/>
  </clrMapOvr>
  <timing>
    <tnLst>
      <par>
        <cTn id="1" dur="indefinite" restart="never" nodeType="tmRoot">
          <childTnLst>
            <seq concurrent="1" nextAc="seek">
              <cTn id="2" dur="indefinite" nodeType="mainSeq">
                <childTnLst>
                  <par>
                    <cTn id="3" fill="hold">
                      <stCondLst>
                        <cond delay="indefinite"/>
                        <cond evt="onBegin" delay="0">
                          <tn val="2"/>
                        </cond>
                      </stCondLst>
                      <childTnLst>
                        <par>
                          <cTn id="4" fill="hold">
                            <stCondLst>
                              <cond delay="0"/>
                            </stCondLst>
                            <childTnLst>
                              <par>
                                <cTn id="5" presetID="10" presetClass="entr" presetSubtype="0" fill="hold" nodeType="withEffect">
                                  <stCondLst>
                                    <cond delay="250"/>
                                  </stCondLst>
                                  <childTnLst>
                                    <set>
                                      <cBhvr>
                                        <cTn id="6" dur="1" fill="hold">
                                          <stCondLst>
                                            <cond delay="0"/>
                                          </stCondLst>
                                        </cTn>
                                        <tgtEl>
                                          <spTgt spid="64"/>
                                        </tgtEl>
                                        <attrNameLst>
                                          <attrName>style.visibility</attrName>
                                        </attrNameLst>
                                      </cBhvr>
                                      <to>
                                        <strVal val="visible"/>
                                      </to>
                                    </set>
                                    <animEffect transition="in" filter="fade">
                                      <cBhvr>
                                        <cTn id="7" dur="500"/>
                                        <tgtEl>
                                          <spTgt spid="64"/>
                                        </tgtEl>
                                      </cBhvr>
                                    </animEffect>
                                  </childTnLst>
                                </cTn>
                              </par>
                            </childTnLst>
                          </cTn>
                        </par>
                      </childTnLst>
                    </cTn>
                  </par>
                </childTnLst>
              </cTn>
              <prevCondLst>
                <cond evt="onPrev" delay="0">
                  <tgtEl>
                    <sldTgt/>
                  </tgtEl>
                </cond>
              </prevCondLst>
              <nextCondLst>
                <cond evt="onNext" delay="0">
                  <tgtEl>
                    <sldTgt/>
                  </tgtEl>
                </cond>
              </nextCondLst>
            </seq>
          </childTnLst>
        </cTn>
      </par>
    </tnLst>
  </timing>
</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855</Words>
  <Application>Microsoft Office PowerPoint</Application>
  <PresentationFormat>사용자 지정</PresentationFormat>
  <Paragraphs>156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Pretendard</vt:lpstr>
      <vt:lpstr>Pretendard ExtraBold</vt:lpstr>
      <vt:lpstr>Pretendard Light</vt:lpstr>
      <vt:lpstr>Pretendard Medium</vt:lpstr>
      <vt:lpstr>Arial</vt:lpstr>
      <vt:lpstr>Calibri</vt:lpstr>
      <vt:lpstr>OLDWEST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원진 오</cp:lastModifiedBy>
  <cp:revision>143</cp:revision>
  <cp:lastPrinted>2026-03-10T05:09:50Z</cp:lastPrinted>
  <dcterms:modified xsi:type="dcterms:W3CDTF">2026-04-13T04:40:37Z</dcterms:modified>
</cp:coreProperties>
</file>